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32FE66-3EFC-4885-8FEA-86F00E6C4255}" v="2" dt="2026-02-24T14:05:59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Jie Yam" userId="f41c64ad372062a3" providerId="LiveId" clId="{02CF2C4B-DB70-47C2-B362-4E4AC581B77D}"/>
    <pc:docChg chg="undo redo custSel addSld delSld modSld">
      <pc:chgData name="Jun Jie Yam" userId="f41c64ad372062a3" providerId="LiveId" clId="{02CF2C4B-DB70-47C2-B362-4E4AC581B77D}" dt="2026-02-24T14:05:51.061" v="597" actId="20577"/>
      <pc:docMkLst>
        <pc:docMk/>
      </pc:docMkLst>
      <pc:sldChg chg="addSp delSp modSp mod setBg">
        <pc:chgData name="Jun Jie Yam" userId="f41c64ad372062a3" providerId="LiveId" clId="{02CF2C4B-DB70-47C2-B362-4E4AC581B77D}" dt="2026-02-24T14:04:13.291" v="426" actId="478"/>
        <pc:sldMkLst>
          <pc:docMk/>
          <pc:sldMk cId="1568562648" sldId="257"/>
        </pc:sldMkLst>
        <pc:spChg chg="del">
          <ac:chgData name="Jun Jie Yam" userId="f41c64ad372062a3" providerId="LiveId" clId="{02CF2C4B-DB70-47C2-B362-4E4AC581B77D}" dt="2026-02-24T14:04:13.291" v="426" actId="478"/>
          <ac:spMkLst>
            <pc:docMk/>
            <pc:sldMk cId="1568562648" sldId="257"/>
            <ac:spMk id="1159" creationId="{65C31527-8650-6083-5B45-905593907110}"/>
          </ac:spMkLst>
        </pc:spChg>
      </pc:sldChg>
      <pc:sldChg chg="addSp delSp modSp add mod setBg">
        <pc:chgData name="Jun Jie Yam" userId="f41c64ad372062a3" providerId="LiveId" clId="{02CF2C4B-DB70-47C2-B362-4E4AC581B77D}" dt="2026-02-24T14:04:19.661" v="427" actId="478"/>
        <pc:sldMkLst>
          <pc:docMk/>
          <pc:sldMk cId="1657650983" sldId="258"/>
        </pc:sldMkLst>
        <pc:spChg chg="del">
          <ac:chgData name="Jun Jie Yam" userId="f41c64ad372062a3" providerId="LiveId" clId="{02CF2C4B-DB70-47C2-B362-4E4AC581B77D}" dt="2026-02-24T14:04:19.661" v="427" actId="478"/>
          <ac:spMkLst>
            <pc:docMk/>
            <pc:sldMk cId="1657650983" sldId="258"/>
            <ac:spMk id="1159" creationId="{B49FF5DB-D781-2828-D94E-686A76D0ED18}"/>
          </ac:spMkLst>
        </pc:spChg>
      </pc:sldChg>
      <pc:sldChg chg="delSp mod modNotesTx">
        <pc:chgData name="Jun Jie Yam" userId="f41c64ad372062a3" providerId="LiveId" clId="{02CF2C4B-DB70-47C2-B362-4E4AC581B77D}" dt="2026-02-24T14:05:51.061" v="597" actId="20577"/>
        <pc:sldMkLst>
          <pc:docMk/>
          <pc:sldMk cId="4107385801" sldId="259"/>
        </pc:sldMkLst>
        <pc:spChg chg="del">
          <ac:chgData name="Jun Jie Yam" userId="f41c64ad372062a3" providerId="LiveId" clId="{02CF2C4B-DB70-47C2-B362-4E4AC581B77D}" dt="2026-02-24T14:04:24.482" v="428" actId="478"/>
          <ac:spMkLst>
            <pc:docMk/>
            <pc:sldMk cId="4107385801" sldId="259"/>
            <ac:spMk id="2073" creationId="{6580B923-B890-E94F-CDD2-E37E89B6F2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71F76-F41E-4889-8F4B-779B2527A91C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BC471-C7BF-4026-A7B8-98447532821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407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Select all using </a:t>
            </a:r>
            <a:r>
              <a:rPr lang="en-SG" dirty="0" err="1"/>
              <a:t>Ctrl+A</a:t>
            </a:r>
            <a:r>
              <a:rPr lang="en-SG" dirty="0"/>
              <a:t>, right-click, then “Save as Picture...” and save the image. Upload to </a:t>
            </a:r>
            <a:r>
              <a:rPr lang="en-SG" dirty="0" err="1"/>
              <a:t>calligraphr</a:t>
            </a:r>
            <a:r>
              <a:rPr lang="en-SG" dirty="0"/>
              <a:t> to create the font: https://www.calligraphr.com/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BC471-C7BF-4026-A7B8-98447532821D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195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5BA87-45BF-CE45-9161-F5289315A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6F95E-F506-5CBF-1297-163BAE47C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76C84-8FEB-5C72-391F-0CA6E9AD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FFC46-6791-923E-9D81-8FCCBB6F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E3706-02E3-9810-29E9-EB461390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2500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7B30-D13A-DEDF-835E-64D4BB27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0E91B-5E3E-261B-6943-23061612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1E38B-C75F-47D5-6BDF-752328A7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E3E49-83DE-344D-690A-972AEFE4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92E89-3069-CC22-9AB2-6E496130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51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7352-7644-FE89-12A7-B6D098D8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A4751-7D24-3740-2059-4D6D8032E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2E31-A912-C9EB-79FF-1ED83B27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A5F10-DFBB-933B-642B-3FFC15B4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EE73F-9D15-3EBA-6BB6-58F65034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528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AB31-2F97-D46A-E150-2BB8BDEF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16D2F-F473-301E-8344-2D6314F49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16647-ABC7-5347-876A-413318A10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DAA23-3ADB-A803-67FF-A554C1D4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5DC3A-4A33-8331-B2A3-1C639B68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B863B-7D85-CAC6-258F-629AA8CF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217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5A60-3CFE-EAF3-278D-A82F2595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0BBD2-25D5-564E-EAD7-23518B2D1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B3D91-4B3F-7CDA-3463-77E39D593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54BEC-7FE0-688F-10C5-BC0DF34FE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B32AE6-BF9F-9C03-CC2D-B77941194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7E117B-A6BC-39D7-0B17-C9992DEB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093498-13DF-EFDD-D020-4E228E01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E2CA3-FC39-E9BB-A947-F3DFB28E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874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F22F-7CB5-D97E-0237-4DA24C76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FFA7F-E228-4DF6-DA34-23F2DED8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016CA-8A74-153F-A268-34A440AC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70796-D9BA-C0CE-BA0D-3E9F54E9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260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03C0E-0C14-28A9-586F-37465F47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6C1CC-5A1C-31F6-1CF7-D5EFD3945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507E8-D5C8-59DC-D5F0-0FE0A86B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595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764F-DFC8-3823-B800-13B85379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A441B-9131-E252-4A13-C0132D3F2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23C05-4639-5BA1-F4EF-41D3D0CE8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6D416-46D9-3ACA-A5AB-AF18321F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8EE05-8059-D28F-1189-DF7F2C065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F2DD7-A08F-396F-541E-D0B7754C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4848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A06F-FC78-ECC0-B90B-7026C9CB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8FE4F-8CA1-7E21-6F09-F2A2E0334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12BF4-FC28-A249-8481-6B23C7B3E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98A16-1944-CF29-62FD-16A08C2A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44230-8976-ECD6-41CE-26819374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3BDBA-F91A-E06F-CEDA-1E2128D8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4428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F474-5E47-582A-0327-BD45DAC3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5069F-D966-6B1A-26BE-BEF3583C7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EECA5-2D1E-5E87-2BED-C29295C2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6C6CF-7A07-7D0B-6BC3-036BA4B4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12DD9-F3E3-EB67-49EC-65F88BB2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597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10CC6-27EB-808D-63B5-21DF4C9EB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705B8-3849-BB1E-7963-23B249541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AEA07-94BF-B098-3587-8EC8C5CB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68D6D-8BD2-5EED-0AB1-4CD48160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BA4DD-75B4-E661-5691-B068964B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958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891B9-8D5E-3EED-9230-0192700C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0B674-3905-0205-4DCF-3E8C076D0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D1DFA-4156-E2D2-9060-23C2E2DD3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4A3BA-32F4-4010-9A04-45D04C1A9F18}" type="datetimeFigureOut">
              <a:rPr lang="en-SG" smtClean="0"/>
              <a:t>24/2/2026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0EB3D-4456-C714-52C6-68826AAF2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20066-B0F8-77F6-6920-6C460066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66319-E8B0-46FC-A917-F70893B4EDC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112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BE023C-F9F4-F746-C3BA-8DA5D67A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16" t="51364" r="29932" b="39999"/>
          <a:stretch>
            <a:fillRect/>
          </a:stretch>
        </p:blipFill>
        <p:spPr>
          <a:xfrm>
            <a:off x="-91399" y="1073958"/>
            <a:ext cx="12197964" cy="399588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598B48C-F949-7CDA-F4B9-FCF3B03A46D4}"/>
              </a:ext>
            </a:extLst>
          </p:cNvPr>
          <p:cNvGrpSpPr/>
          <p:nvPr/>
        </p:nvGrpSpPr>
        <p:grpSpPr>
          <a:xfrm>
            <a:off x="3129914" y="2487922"/>
            <a:ext cx="201120" cy="771525"/>
            <a:chOff x="3129914" y="2487930"/>
            <a:chExt cx="201120" cy="7715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B590936-9975-5916-6D2F-4D6181D91EE2}"/>
                </a:ext>
              </a:extLst>
            </p:cNvPr>
            <p:cNvSpPr/>
            <p:nvPr/>
          </p:nvSpPr>
          <p:spPr>
            <a:xfrm>
              <a:off x="3251834" y="248793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CBC0D9F-ED70-A24B-1828-3DB3731D26C7}"/>
                </a:ext>
              </a:extLst>
            </p:cNvPr>
            <p:cNvSpPr/>
            <p:nvPr/>
          </p:nvSpPr>
          <p:spPr>
            <a:xfrm>
              <a:off x="3231514" y="2603182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1BD0BD-8B5D-BB4D-C4A4-73C0EDC36EF8}"/>
                </a:ext>
              </a:extLst>
            </p:cNvPr>
            <p:cNvSpPr/>
            <p:nvPr/>
          </p:nvSpPr>
          <p:spPr>
            <a:xfrm>
              <a:off x="3211194" y="2718434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D0F0923-F2DE-C976-4B7B-62F54C299AD5}"/>
                </a:ext>
              </a:extLst>
            </p:cNvPr>
            <p:cNvSpPr/>
            <p:nvPr/>
          </p:nvSpPr>
          <p:spPr>
            <a:xfrm>
              <a:off x="3190874" y="2833686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0653832-C849-6DF2-ACCF-53551BF7AF52}"/>
                </a:ext>
              </a:extLst>
            </p:cNvPr>
            <p:cNvSpPr/>
            <p:nvPr/>
          </p:nvSpPr>
          <p:spPr>
            <a:xfrm>
              <a:off x="3170554" y="2948938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CA1B750-DD0E-E75C-5543-50CAAEEF6EBA}"/>
                </a:ext>
              </a:extLst>
            </p:cNvPr>
            <p:cNvSpPr/>
            <p:nvPr/>
          </p:nvSpPr>
          <p:spPr>
            <a:xfrm>
              <a:off x="3150234" y="306419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D6652CF-6F25-A9EB-9B85-96FDA90877E8}"/>
                </a:ext>
              </a:extLst>
            </p:cNvPr>
            <p:cNvSpPr/>
            <p:nvPr/>
          </p:nvSpPr>
          <p:spPr>
            <a:xfrm>
              <a:off x="3129914" y="3179445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4862625-3CE6-3B76-EC42-620F93A1CC59}"/>
              </a:ext>
            </a:extLst>
          </p:cNvPr>
          <p:cNvGrpSpPr/>
          <p:nvPr/>
        </p:nvGrpSpPr>
        <p:grpSpPr>
          <a:xfrm>
            <a:off x="3247373" y="2487922"/>
            <a:ext cx="201120" cy="771525"/>
            <a:chOff x="3129914" y="2487930"/>
            <a:chExt cx="201120" cy="77152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A8CCF98-D352-8E9D-B076-F9B270E4EFB7}"/>
                </a:ext>
              </a:extLst>
            </p:cNvPr>
            <p:cNvSpPr/>
            <p:nvPr/>
          </p:nvSpPr>
          <p:spPr>
            <a:xfrm>
              <a:off x="3251834" y="248793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8EC0E7F-7126-7818-52C9-10535DF4B9F6}"/>
                </a:ext>
              </a:extLst>
            </p:cNvPr>
            <p:cNvSpPr/>
            <p:nvPr/>
          </p:nvSpPr>
          <p:spPr>
            <a:xfrm>
              <a:off x="3231514" y="2603182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7F4A6DE-9836-E3A8-DA0A-18DAB7BD4057}"/>
                </a:ext>
              </a:extLst>
            </p:cNvPr>
            <p:cNvSpPr/>
            <p:nvPr/>
          </p:nvSpPr>
          <p:spPr>
            <a:xfrm>
              <a:off x="3211194" y="2718434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F412950-FA9A-13FD-E06E-D04485B1AA32}"/>
                </a:ext>
              </a:extLst>
            </p:cNvPr>
            <p:cNvSpPr/>
            <p:nvPr/>
          </p:nvSpPr>
          <p:spPr>
            <a:xfrm>
              <a:off x="3190874" y="2833686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12B25CD-00DF-77B3-B2FA-BDA6BD822C7A}"/>
                </a:ext>
              </a:extLst>
            </p:cNvPr>
            <p:cNvSpPr/>
            <p:nvPr/>
          </p:nvSpPr>
          <p:spPr>
            <a:xfrm>
              <a:off x="3170554" y="2948938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EDA2663-19B2-A89D-5682-A29905EE3B7D}"/>
                </a:ext>
              </a:extLst>
            </p:cNvPr>
            <p:cNvSpPr/>
            <p:nvPr/>
          </p:nvSpPr>
          <p:spPr>
            <a:xfrm>
              <a:off x="3150234" y="306419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A18779A-A240-9344-56D6-D0FAEE2D3B9C}"/>
                </a:ext>
              </a:extLst>
            </p:cNvPr>
            <p:cNvSpPr/>
            <p:nvPr/>
          </p:nvSpPr>
          <p:spPr>
            <a:xfrm>
              <a:off x="3129914" y="3179445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5615DEF-E3AB-8BA7-5E18-AAC5E2233155}"/>
              </a:ext>
            </a:extLst>
          </p:cNvPr>
          <p:cNvGrpSpPr/>
          <p:nvPr/>
        </p:nvGrpSpPr>
        <p:grpSpPr>
          <a:xfrm>
            <a:off x="3364832" y="2487922"/>
            <a:ext cx="201120" cy="771525"/>
            <a:chOff x="3129914" y="2487930"/>
            <a:chExt cx="201120" cy="771525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6D71840-1246-A468-167C-CEA397C8ADBF}"/>
                </a:ext>
              </a:extLst>
            </p:cNvPr>
            <p:cNvSpPr/>
            <p:nvPr/>
          </p:nvSpPr>
          <p:spPr>
            <a:xfrm>
              <a:off x="3251834" y="248793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1D27F74-357F-4249-7762-1DCC8FC7B16F}"/>
                </a:ext>
              </a:extLst>
            </p:cNvPr>
            <p:cNvSpPr/>
            <p:nvPr/>
          </p:nvSpPr>
          <p:spPr>
            <a:xfrm>
              <a:off x="3231514" y="2603182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F1443BF-4E1E-BB56-27C5-6A6783001CE5}"/>
                </a:ext>
              </a:extLst>
            </p:cNvPr>
            <p:cNvSpPr/>
            <p:nvPr/>
          </p:nvSpPr>
          <p:spPr>
            <a:xfrm>
              <a:off x="3211194" y="2718434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4BAA763-6078-9004-9399-608C5EE15EE4}"/>
                </a:ext>
              </a:extLst>
            </p:cNvPr>
            <p:cNvSpPr/>
            <p:nvPr/>
          </p:nvSpPr>
          <p:spPr>
            <a:xfrm>
              <a:off x="3190874" y="2833686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7B45FB0-4558-07F9-B74E-EDDE5ED19E18}"/>
                </a:ext>
              </a:extLst>
            </p:cNvPr>
            <p:cNvSpPr/>
            <p:nvPr/>
          </p:nvSpPr>
          <p:spPr>
            <a:xfrm>
              <a:off x="3170554" y="2948938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3E37346-34BF-3AA4-36A6-AE0B24477CFB}"/>
                </a:ext>
              </a:extLst>
            </p:cNvPr>
            <p:cNvSpPr/>
            <p:nvPr/>
          </p:nvSpPr>
          <p:spPr>
            <a:xfrm>
              <a:off x="3150234" y="306419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D550A73-1888-D661-72D3-C3CF565EFB31}"/>
                </a:ext>
              </a:extLst>
            </p:cNvPr>
            <p:cNvSpPr/>
            <p:nvPr/>
          </p:nvSpPr>
          <p:spPr>
            <a:xfrm>
              <a:off x="3129914" y="3179445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47D2DB-504E-AD55-00D4-D6676975AA75}"/>
              </a:ext>
            </a:extLst>
          </p:cNvPr>
          <p:cNvGrpSpPr/>
          <p:nvPr/>
        </p:nvGrpSpPr>
        <p:grpSpPr>
          <a:xfrm>
            <a:off x="3482291" y="2487922"/>
            <a:ext cx="201120" cy="771525"/>
            <a:chOff x="3129914" y="2487930"/>
            <a:chExt cx="201120" cy="77152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E2B6DD1-9FD1-2651-DFDC-F0131955B8BA}"/>
                </a:ext>
              </a:extLst>
            </p:cNvPr>
            <p:cNvSpPr/>
            <p:nvPr/>
          </p:nvSpPr>
          <p:spPr>
            <a:xfrm>
              <a:off x="3251834" y="248793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0CA9733-E73E-1687-7C63-111A2E3F221C}"/>
                </a:ext>
              </a:extLst>
            </p:cNvPr>
            <p:cNvSpPr/>
            <p:nvPr/>
          </p:nvSpPr>
          <p:spPr>
            <a:xfrm>
              <a:off x="3231514" y="2603182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E2757B5-478D-180B-0F27-22388B80076E}"/>
                </a:ext>
              </a:extLst>
            </p:cNvPr>
            <p:cNvSpPr/>
            <p:nvPr/>
          </p:nvSpPr>
          <p:spPr>
            <a:xfrm>
              <a:off x="3211194" y="2718434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6C3149C-EA96-14D4-7B42-A22C983A362B}"/>
                </a:ext>
              </a:extLst>
            </p:cNvPr>
            <p:cNvSpPr/>
            <p:nvPr/>
          </p:nvSpPr>
          <p:spPr>
            <a:xfrm>
              <a:off x="3190874" y="2833686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DFBD303-2827-C244-97B9-36A7A374EB5E}"/>
                </a:ext>
              </a:extLst>
            </p:cNvPr>
            <p:cNvSpPr/>
            <p:nvPr/>
          </p:nvSpPr>
          <p:spPr>
            <a:xfrm>
              <a:off x="3170554" y="2948938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C4D91A7-DDC3-5E72-AD68-F5CEA5D1F60F}"/>
                </a:ext>
              </a:extLst>
            </p:cNvPr>
            <p:cNvSpPr/>
            <p:nvPr/>
          </p:nvSpPr>
          <p:spPr>
            <a:xfrm>
              <a:off x="3150234" y="306419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45E0672-0EFE-0A00-63BF-405BD3CC4F22}"/>
                </a:ext>
              </a:extLst>
            </p:cNvPr>
            <p:cNvSpPr/>
            <p:nvPr/>
          </p:nvSpPr>
          <p:spPr>
            <a:xfrm>
              <a:off x="3129914" y="3179445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261A1D8-DF2C-ED4A-6F32-3CF7C54E7AE4}"/>
              </a:ext>
            </a:extLst>
          </p:cNvPr>
          <p:cNvGrpSpPr/>
          <p:nvPr/>
        </p:nvGrpSpPr>
        <p:grpSpPr>
          <a:xfrm>
            <a:off x="3599749" y="2487922"/>
            <a:ext cx="201120" cy="771525"/>
            <a:chOff x="3129914" y="2487930"/>
            <a:chExt cx="201120" cy="771525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D997B90-1989-0B5D-448F-B2074BA65FE8}"/>
                </a:ext>
              </a:extLst>
            </p:cNvPr>
            <p:cNvSpPr/>
            <p:nvPr/>
          </p:nvSpPr>
          <p:spPr>
            <a:xfrm>
              <a:off x="3251834" y="248793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66A4BF6-A5E1-FB31-2C4D-DA6CA6525571}"/>
                </a:ext>
              </a:extLst>
            </p:cNvPr>
            <p:cNvSpPr/>
            <p:nvPr/>
          </p:nvSpPr>
          <p:spPr>
            <a:xfrm>
              <a:off x="3231514" y="2603182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AEAAD15-C916-CCE6-8980-63CED4E7FA10}"/>
                </a:ext>
              </a:extLst>
            </p:cNvPr>
            <p:cNvSpPr/>
            <p:nvPr/>
          </p:nvSpPr>
          <p:spPr>
            <a:xfrm>
              <a:off x="3211194" y="2718434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517374C-735E-8658-118F-4DC7ED2DD7A6}"/>
                </a:ext>
              </a:extLst>
            </p:cNvPr>
            <p:cNvSpPr/>
            <p:nvPr/>
          </p:nvSpPr>
          <p:spPr>
            <a:xfrm>
              <a:off x="3190874" y="2833686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14451D6-5F8D-540B-E468-5D091186AA5C}"/>
                </a:ext>
              </a:extLst>
            </p:cNvPr>
            <p:cNvSpPr/>
            <p:nvPr/>
          </p:nvSpPr>
          <p:spPr>
            <a:xfrm>
              <a:off x="3170554" y="2948938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9CB3FD-55BD-85FF-F36E-7E2B82C105D4}"/>
                </a:ext>
              </a:extLst>
            </p:cNvPr>
            <p:cNvSpPr/>
            <p:nvPr/>
          </p:nvSpPr>
          <p:spPr>
            <a:xfrm>
              <a:off x="3150234" y="3064190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D8107A9-B7AF-4667-5350-F6B9B3CB059F}"/>
                </a:ext>
              </a:extLst>
            </p:cNvPr>
            <p:cNvSpPr/>
            <p:nvPr/>
          </p:nvSpPr>
          <p:spPr>
            <a:xfrm>
              <a:off x="3129914" y="3179445"/>
              <a:ext cx="79200" cy="800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69993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Oval 610">
            <a:extLst>
              <a:ext uri="{FF2B5EF4-FFF2-40B4-BE49-F238E27FC236}">
                <a16:creationId xmlns:a16="http://schemas.microsoft.com/office/drawing/2014/main" id="{377C1DDF-6EEB-6D06-5344-9F85CAEBB7DB}"/>
              </a:ext>
            </a:extLst>
          </p:cNvPr>
          <p:cNvSpPr/>
          <p:nvPr/>
        </p:nvSpPr>
        <p:spPr>
          <a:xfrm>
            <a:off x="182969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7CFE586F-9C2E-0F68-4E87-0E6C632A11F1}"/>
              </a:ext>
            </a:extLst>
          </p:cNvPr>
          <p:cNvSpPr/>
          <p:nvPr/>
        </p:nvSpPr>
        <p:spPr>
          <a:xfrm>
            <a:off x="180937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9165A020-5063-116F-ACAF-A3772379C1A6}"/>
              </a:ext>
            </a:extLst>
          </p:cNvPr>
          <p:cNvSpPr/>
          <p:nvPr/>
        </p:nvSpPr>
        <p:spPr>
          <a:xfrm>
            <a:off x="178905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4" name="Oval 613">
            <a:extLst>
              <a:ext uri="{FF2B5EF4-FFF2-40B4-BE49-F238E27FC236}">
                <a16:creationId xmlns:a16="http://schemas.microsoft.com/office/drawing/2014/main" id="{41BFCDC7-6168-646C-FC28-C1E8621AAD51}"/>
              </a:ext>
            </a:extLst>
          </p:cNvPr>
          <p:cNvSpPr/>
          <p:nvPr/>
        </p:nvSpPr>
        <p:spPr>
          <a:xfrm>
            <a:off x="176873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5" name="Oval 614">
            <a:extLst>
              <a:ext uri="{FF2B5EF4-FFF2-40B4-BE49-F238E27FC236}">
                <a16:creationId xmlns:a16="http://schemas.microsoft.com/office/drawing/2014/main" id="{D92BD83B-9895-BA67-2B24-E37B6A0A703D}"/>
              </a:ext>
            </a:extLst>
          </p:cNvPr>
          <p:cNvSpPr/>
          <p:nvPr/>
        </p:nvSpPr>
        <p:spPr>
          <a:xfrm>
            <a:off x="174841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3" name="Oval 602">
            <a:extLst>
              <a:ext uri="{FF2B5EF4-FFF2-40B4-BE49-F238E27FC236}">
                <a16:creationId xmlns:a16="http://schemas.microsoft.com/office/drawing/2014/main" id="{ACE5A7E4-606D-07D8-1825-C78D5B0E110E}"/>
              </a:ext>
            </a:extLst>
          </p:cNvPr>
          <p:cNvSpPr/>
          <p:nvPr/>
        </p:nvSpPr>
        <p:spPr>
          <a:xfrm>
            <a:off x="1967475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17E40650-20FB-555C-726B-4A60620C12B1}"/>
              </a:ext>
            </a:extLst>
          </p:cNvPr>
          <p:cNvSpPr/>
          <p:nvPr/>
        </p:nvSpPr>
        <p:spPr>
          <a:xfrm>
            <a:off x="1845555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6" name="Oval 595">
            <a:extLst>
              <a:ext uri="{FF2B5EF4-FFF2-40B4-BE49-F238E27FC236}">
                <a16:creationId xmlns:a16="http://schemas.microsoft.com/office/drawing/2014/main" id="{CB1FF3FA-6B1D-36AE-0CC9-7D6C52E12B9E}"/>
              </a:ext>
            </a:extLst>
          </p:cNvPr>
          <p:cNvSpPr/>
          <p:nvPr/>
        </p:nvSpPr>
        <p:spPr>
          <a:xfrm>
            <a:off x="2084934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2" name="Oval 601">
            <a:extLst>
              <a:ext uri="{FF2B5EF4-FFF2-40B4-BE49-F238E27FC236}">
                <a16:creationId xmlns:a16="http://schemas.microsoft.com/office/drawing/2014/main" id="{4085EC42-A79D-BAEE-0189-63EFBD509723}"/>
              </a:ext>
            </a:extLst>
          </p:cNvPr>
          <p:cNvSpPr/>
          <p:nvPr/>
        </p:nvSpPr>
        <p:spPr>
          <a:xfrm>
            <a:off x="196301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A0A22B87-037E-860B-79A9-C1823FD4694B}"/>
              </a:ext>
            </a:extLst>
          </p:cNvPr>
          <p:cNvSpPr/>
          <p:nvPr/>
        </p:nvSpPr>
        <p:spPr>
          <a:xfrm>
            <a:off x="2202393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646F2C0C-EC1E-526B-3054-5C2F33E51A41}"/>
              </a:ext>
            </a:extLst>
          </p:cNvPr>
          <p:cNvSpPr/>
          <p:nvPr/>
        </p:nvSpPr>
        <p:spPr>
          <a:xfrm>
            <a:off x="2080473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3" name="Oval 582">
            <a:extLst>
              <a:ext uri="{FF2B5EF4-FFF2-40B4-BE49-F238E27FC236}">
                <a16:creationId xmlns:a16="http://schemas.microsoft.com/office/drawing/2014/main" id="{C603FB35-DC84-8D4C-B1A6-A5EB09D9F460}"/>
              </a:ext>
            </a:extLst>
          </p:cNvPr>
          <p:cNvSpPr/>
          <p:nvPr/>
        </p:nvSpPr>
        <p:spPr>
          <a:xfrm>
            <a:off x="229953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EE50119A-D549-688A-9479-17B749EB01B4}"/>
              </a:ext>
            </a:extLst>
          </p:cNvPr>
          <p:cNvSpPr/>
          <p:nvPr/>
        </p:nvSpPr>
        <p:spPr>
          <a:xfrm>
            <a:off x="227921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5" name="Oval 584">
            <a:extLst>
              <a:ext uri="{FF2B5EF4-FFF2-40B4-BE49-F238E27FC236}">
                <a16:creationId xmlns:a16="http://schemas.microsoft.com/office/drawing/2014/main" id="{6474960A-6201-756F-40C9-7A76D6144E5F}"/>
              </a:ext>
            </a:extLst>
          </p:cNvPr>
          <p:cNvSpPr/>
          <p:nvPr/>
        </p:nvSpPr>
        <p:spPr>
          <a:xfrm>
            <a:off x="2258891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6" name="Oval 585">
            <a:extLst>
              <a:ext uri="{FF2B5EF4-FFF2-40B4-BE49-F238E27FC236}">
                <a16:creationId xmlns:a16="http://schemas.microsoft.com/office/drawing/2014/main" id="{D4575308-C6A0-1254-A873-1D692D6436B1}"/>
              </a:ext>
            </a:extLst>
          </p:cNvPr>
          <p:cNvSpPr/>
          <p:nvPr/>
        </p:nvSpPr>
        <p:spPr>
          <a:xfrm>
            <a:off x="2238571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DC92D70F-8C85-EEE6-31E0-47D539014221}"/>
              </a:ext>
            </a:extLst>
          </p:cNvPr>
          <p:cNvSpPr/>
          <p:nvPr/>
        </p:nvSpPr>
        <p:spPr>
          <a:xfrm>
            <a:off x="2218251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791366EF-B002-5E50-C598-E8D268F95D10}"/>
              </a:ext>
            </a:extLst>
          </p:cNvPr>
          <p:cNvSpPr/>
          <p:nvPr/>
        </p:nvSpPr>
        <p:spPr>
          <a:xfrm>
            <a:off x="267270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2" name="Oval 651">
            <a:extLst>
              <a:ext uri="{FF2B5EF4-FFF2-40B4-BE49-F238E27FC236}">
                <a16:creationId xmlns:a16="http://schemas.microsoft.com/office/drawing/2014/main" id="{6DCAFBC6-8C1F-94CC-63F7-AFC0CB7AF276}"/>
              </a:ext>
            </a:extLst>
          </p:cNvPr>
          <p:cNvSpPr/>
          <p:nvPr/>
        </p:nvSpPr>
        <p:spPr>
          <a:xfrm>
            <a:off x="265238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3" name="Oval 652">
            <a:extLst>
              <a:ext uri="{FF2B5EF4-FFF2-40B4-BE49-F238E27FC236}">
                <a16:creationId xmlns:a16="http://schemas.microsoft.com/office/drawing/2014/main" id="{080CA8AC-DEA9-7FF0-CC6D-4D8DB0298244}"/>
              </a:ext>
            </a:extLst>
          </p:cNvPr>
          <p:cNvSpPr/>
          <p:nvPr/>
        </p:nvSpPr>
        <p:spPr>
          <a:xfrm>
            <a:off x="263206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4" name="Oval 653">
            <a:extLst>
              <a:ext uri="{FF2B5EF4-FFF2-40B4-BE49-F238E27FC236}">
                <a16:creationId xmlns:a16="http://schemas.microsoft.com/office/drawing/2014/main" id="{CAF811C7-BFF3-22AA-61D3-9731FEBC2FD9}"/>
              </a:ext>
            </a:extLst>
          </p:cNvPr>
          <p:cNvSpPr/>
          <p:nvPr/>
        </p:nvSpPr>
        <p:spPr>
          <a:xfrm>
            <a:off x="261174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5" name="Oval 654">
            <a:extLst>
              <a:ext uri="{FF2B5EF4-FFF2-40B4-BE49-F238E27FC236}">
                <a16:creationId xmlns:a16="http://schemas.microsoft.com/office/drawing/2014/main" id="{1F711D7C-70AE-A9DB-C6CF-61B4ED2972F2}"/>
              </a:ext>
            </a:extLst>
          </p:cNvPr>
          <p:cNvSpPr/>
          <p:nvPr/>
        </p:nvSpPr>
        <p:spPr>
          <a:xfrm>
            <a:off x="259142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6" name="Oval 655">
            <a:extLst>
              <a:ext uri="{FF2B5EF4-FFF2-40B4-BE49-F238E27FC236}">
                <a16:creationId xmlns:a16="http://schemas.microsoft.com/office/drawing/2014/main" id="{4AD63438-0D48-14FC-CFC7-BBDB5CE61ABC}"/>
              </a:ext>
            </a:extLst>
          </p:cNvPr>
          <p:cNvSpPr/>
          <p:nvPr/>
        </p:nvSpPr>
        <p:spPr>
          <a:xfrm>
            <a:off x="257110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7" name="Oval 656">
            <a:extLst>
              <a:ext uri="{FF2B5EF4-FFF2-40B4-BE49-F238E27FC236}">
                <a16:creationId xmlns:a16="http://schemas.microsoft.com/office/drawing/2014/main" id="{463EE76A-8657-515F-6A87-44EC1625F2F2}"/>
              </a:ext>
            </a:extLst>
          </p:cNvPr>
          <p:cNvSpPr/>
          <p:nvPr/>
        </p:nvSpPr>
        <p:spPr>
          <a:xfrm>
            <a:off x="2550786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04251B26-9AE3-38F4-CAE1-A779B7A5F92D}"/>
              </a:ext>
            </a:extLst>
          </p:cNvPr>
          <p:cNvSpPr/>
          <p:nvPr/>
        </p:nvSpPr>
        <p:spPr>
          <a:xfrm>
            <a:off x="2790165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7" name="Oval 646">
            <a:extLst>
              <a:ext uri="{FF2B5EF4-FFF2-40B4-BE49-F238E27FC236}">
                <a16:creationId xmlns:a16="http://schemas.microsoft.com/office/drawing/2014/main" id="{D52A71D2-22D5-B436-C8C1-31541DF6D750}"/>
              </a:ext>
            </a:extLst>
          </p:cNvPr>
          <p:cNvSpPr/>
          <p:nvPr/>
        </p:nvSpPr>
        <p:spPr>
          <a:xfrm>
            <a:off x="2729205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85F9BE0E-BF39-179A-BA50-22C4C9770EBF}"/>
              </a:ext>
            </a:extLst>
          </p:cNvPr>
          <p:cNvSpPr/>
          <p:nvPr/>
        </p:nvSpPr>
        <p:spPr>
          <a:xfrm>
            <a:off x="2907624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0" name="Oval 639">
            <a:extLst>
              <a:ext uri="{FF2B5EF4-FFF2-40B4-BE49-F238E27FC236}">
                <a16:creationId xmlns:a16="http://schemas.microsoft.com/office/drawing/2014/main" id="{21CED1E8-24F8-E868-722C-DCDB66A999CD}"/>
              </a:ext>
            </a:extLst>
          </p:cNvPr>
          <p:cNvSpPr/>
          <p:nvPr/>
        </p:nvSpPr>
        <p:spPr>
          <a:xfrm>
            <a:off x="2846664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D6914A26-BA7A-36F7-1249-8C76C09D7B1D}"/>
              </a:ext>
            </a:extLst>
          </p:cNvPr>
          <p:cNvSpPr/>
          <p:nvPr/>
        </p:nvSpPr>
        <p:spPr>
          <a:xfrm>
            <a:off x="3025083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34AC57C6-6FEA-1182-E688-EB3B21752D49}"/>
              </a:ext>
            </a:extLst>
          </p:cNvPr>
          <p:cNvSpPr/>
          <p:nvPr/>
        </p:nvSpPr>
        <p:spPr>
          <a:xfrm>
            <a:off x="2964123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4" name="Oval 623">
            <a:extLst>
              <a:ext uri="{FF2B5EF4-FFF2-40B4-BE49-F238E27FC236}">
                <a16:creationId xmlns:a16="http://schemas.microsoft.com/office/drawing/2014/main" id="{DED8350F-C070-40F2-178A-3704A7B4ED18}"/>
              </a:ext>
            </a:extLst>
          </p:cNvPr>
          <p:cNvSpPr/>
          <p:nvPr/>
        </p:nvSpPr>
        <p:spPr>
          <a:xfrm>
            <a:off x="312222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C81FB959-2690-6878-5F7D-F7AC4A16AF30}"/>
              </a:ext>
            </a:extLst>
          </p:cNvPr>
          <p:cNvSpPr/>
          <p:nvPr/>
        </p:nvSpPr>
        <p:spPr>
          <a:xfrm>
            <a:off x="310190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3" name="Oval 692">
            <a:extLst>
              <a:ext uri="{FF2B5EF4-FFF2-40B4-BE49-F238E27FC236}">
                <a16:creationId xmlns:a16="http://schemas.microsoft.com/office/drawing/2014/main" id="{20A6969A-9CB4-5A6B-1F55-55287EC3E83C}"/>
              </a:ext>
            </a:extLst>
          </p:cNvPr>
          <p:cNvSpPr/>
          <p:nvPr/>
        </p:nvSpPr>
        <p:spPr>
          <a:xfrm>
            <a:off x="347507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4" name="Oval 693">
            <a:extLst>
              <a:ext uri="{FF2B5EF4-FFF2-40B4-BE49-F238E27FC236}">
                <a16:creationId xmlns:a16="http://schemas.microsoft.com/office/drawing/2014/main" id="{46869108-386A-547E-8497-CA519AE895C2}"/>
              </a:ext>
            </a:extLst>
          </p:cNvPr>
          <p:cNvSpPr/>
          <p:nvPr/>
        </p:nvSpPr>
        <p:spPr>
          <a:xfrm>
            <a:off x="345475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5" name="Oval 694">
            <a:extLst>
              <a:ext uri="{FF2B5EF4-FFF2-40B4-BE49-F238E27FC236}">
                <a16:creationId xmlns:a16="http://schemas.microsoft.com/office/drawing/2014/main" id="{BAC481AA-7AF3-4F08-FCA5-8BA6B7A7A245}"/>
              </a:ext>
            </a:extLst>
          </p:cNvPr>
          <p:cNvSpPr/>
          <p:nvPr/>
        </p:nvSpPr>
        <p:spPr>
          <a:xfrm>
            <a:off x="343443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6" name="Oval 695">
            <a:extLst>
              <a:ext uri="{FF2B5EF4-FFF2-40B4-BE49-F238E27FC236}">
                <a16:creationId xmlns:a16="http://schemas.microsoft.com/office/drawing/2014/main" id="{20F9B923-7CC9-5E28-81C0-F5CCC6942B95}"/>
              </a:ext>
            </a:extLst>
          </p:cNvPr>
          <p:cNvSpPr/>
          <p:nvPr/>
        </p:nvSpPr>
        <p:spPr>
          <a:xfrm>
            <a:off x="341411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BE6B5A48-4AC2-99D2-ECAF-99A205F97E79}"/>
              </a:ext>
            </a:extLst>
          </p:cNvPr>
          <p:cNvSpPr/>
          <p:nvPr/>
        </p:nvSpPr>
        <p:spPr>
          <a:xfrm>
            <a:off x="339379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5" name="Oval 684">
            <a:extLst>
              <a:ext uri="{FF2B5EF4-FFF2-40B4-BE49-F238E27FC236}">
                <a16:creationId xmlns:a16="http://schemas.microsoft.com/office/drawing/2014/main" id="{CBD009F6-8CDC-0543-73DE-404722C0F196}"/>
              </a:ext>
            </a:extLst>
          </p:cNvPr>
          <p:cNvSpPr/>
          <p:nvPr/>
        </p:nvSpPr>
        <p:spPr>
          <a:xfrm>
            <a:off x="3612855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1" name="Oval 690">
            <a:extLst>
              <a:ext uri="{FF2B5EF4-FFF2-40B4-BE49-F238E27FC236}">
                <a16:creationId xmlns:a16="http://schemas.microsoft.com/office/drawing/2014/main" id="{703F15F7-EFFB-8A81-E36D-0EEED653CD98}"/>
              </a:ext>
            </a:extLst>
          </p:cNvPr>
          <p:cNvSpPr/>
          <p:nvPr/>
        </p:nvSpPr>
        <p:spPr>
          <a:xfrm>
            <a:off x="3490935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8" name="Oval 677">
            <a:extLst>
              <a:ext uri="{FF2B5EF4-FFF2-40B4-BE49-F238E27FC236}">
                <a16:creationId xmlns:a16="http://schemas.microsoft.com/office/drawing/2014/main" id="{8CB98D7B-7777-A1B6-05C9-885CF2F51B5D}"/>
              </a:ext>
            </a:extLst>
          </p:cNvPr>
          <p:cNvSpPr/>
          <p:nvPr/>
        </p:nvSpPr>
        <p:spPr>
          <a:xfrm>
            <a:off x="3730314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4" name="Oval 683">
            <a:extLst>
              <a:ext uri="{FF2B5EF4-FFF2-40B4-BE49-F238E27FC236}">
                <a16:creationId xmlns:a16="http://schemas.microsoft.com/office/drawing/2014/main" id="{09DCA4B3-F62B-53FB-5234-704EB0F64F2D}"/>
              </a:ext>
            </a:extLst>
          </p:cNvPr>
          <p:cNvSpPr/>
          <p:nvPr/>
        </p:nvSpPr>
        <p:spPr>
          <a:xfrm>
            <a:off x="360839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1" name="Oval 670">
            <a:extLst>
              <a:ext uri="{FF2B5EF4-FFF2-40B4-BE49-F238E27FC236}">
                <a16:creationId xmlns:a16="http://schemas.microsoft.com/office/drawing/2014/main" id="{B74A687F-A10E-336A-3A10-F6F0BD558D23}"/>
              </a:ext>
            </a:extLst>
          </p:cNvPr>
          <p:cNvSpPr/>
          <p:nvPr/>
        </p:nvSpPr>
        <p:spPr>
          <a:xfrm>
            <a:off x="3847773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6" name="Oval 675">
            <a:extLst>
              <a:ext uri="{FF2B5EF4-FFF2-40B4-BE49-F238E27FC236}">
                <a16:creationId xmlns:a16="http://schemas.microsoft.com/office/drawing/2014/main" id="{83EE2A1C-7161-78E1-D709-F4D4876F30CA}"/>
              </a:ext>
            </a:extLst>
          </p:cNvPr>
          <p:cNvSpPr/>
          <p:nvPr/>
        </p:nvSpPr>
        <p:spPr>
          <a:xfrm>
            <a:off x="3746173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7" name="Oval 676">
            <a:extLst>
              <a:ext uri="{FF2B5EF4-FFF2-40B4-BE49-F238E27FC236}">
                <a16:creationId xmlns:a16="http://schemas.microsoft.com/office/drawing/2014/main" id="{C5225D32-9C60-52EF-15FA-DFB14E42610F}"/>
              </a:ext>
            </a:extLst>
          </p:cNvPr>
          <p:cNvSpPr/>
          <p:nvPr/>
        </p:nvSpPr>
        <p:spPr>
          <a:xfrm>
            <a:off x="3725853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5" name="Oval 664">
            <a:extLst>
              <a:ext uri="{FF2B5EF4-FFF2-40B4-BE49-F238E27FC236}">
                <a16:creationId xmlns:a16="http://schemas.microsoft.com/office/drawing/2014/main" id="{57E38C9F-AE67-ADE8-8239-B5371D519C33}"/>
              </a:ext>
            </a:extLst>
          </p:cNvPr>
          <p:cNvSpPr/>
          <p:nvPr/>
        </p:nvSpPr>
        <p:spPr>
          <a:xfrm>
            <a:off x="394491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C25926CA-2B55-0DC5-D338-F44BCA914581}"/>
              </a:ext>
            </a:extLst>
          </p:cNvPr>
          <p:cNvSpPr/>
          <p:nvPr/>
        </p:nvSpPr>
        <p:spPr>
          <a:xfrm>
            <a:off x="392459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C521D2A-889F-67D0-B301-D3F04684840A}"/>
              </a:ext>
            </a:extLst>
          </p:cNvPr>
          <p:cNvSpPr/>
          <p:nvPr/>
        </p:nvSpPr>
        <p:spPr>
          <a:xfrm>
            <a:off x="3904271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9C4B619F-0863-27F9-CFBF-0C9428F75218}"/>
              </a:ext>
            </a:extLst>
          </p:cNvPr>
          <p:cNvSpPr/>
          <p:nvPr/>
        </p:nvSpPr>
        <p:spPr>
          <a:xfrm>
            <a:off x="3883951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9" name="Oval 668">
            <a:extLst>
              <a:ext uri="{FF2B5EF4-FFF2-40B4-BE49-F238E27FC236}">
                <a16:creationId xmlns:a16="http://schemas.microsoft.com/office/drawing/2014/main" id="{FB6108E9-1722-6875-1D44-72E9013A5328}"/>
              </a:ext>
            </a:extLst>
          </p:cNvPr>
          <p:cNvSpPr/>
          <p:nvPr/>
        </p:nvSpPr>
        <p:spPr>
          <a:xfrm>
            <a:off x="3863631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0" name="Oval 669">
            <a:extLst>
              <a:ext uri="{FF2B5EF4-FFF2-40B4-BE49-F238E27FC236}">
                <a16:creationId xmlns:a16="http://schemas.microsoft.com/office/drawing/2014/main" id="{C345975C-959E-286C-4CC8-51BCF33AF9F4}"/>
              </a:ext>
            </a:extLst>
          </p:cNvPr>
          <p:cNvSpPr/>
          <p:nvPr/>
        </p:nvSpPr>
        <p:spPr>
          <a:xfrm>
            <a:off x="3843311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3" name="Oval 732">
            <a:extLst>
              <a:ext uri="{FF2B5EF4-FFF2-40B4-BE49-F238E27FC236}">
                <a16:creationId xmlns:a16="http://schemas.microsoft.com/office/drawing/2014/main" id="{D20A5A7B-573B-ED2F-2FDB-E868E348553F}"/>
              </a:ext>
            </a:extLst>
          </p:cNvPr>
          <p:cNvSpPr/>
          <p:nvPr/>
        </p:nvSpPr>
        <p:spPr>
          <a:xfrm>
            <a:off x="431808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4" name="Oval 733">
            <a:extLst>
              <a:ext uri="{FF2B5EF4-FFF2-40B4-BE49-F238E27FC236}">
                <a16:creationId xmlns:a16="http://schemas.microsoft.com/office/drawing/2014/main" id="{8255A8CD-119B-AD81-0871-F632808017D3}"/>
              </a:ext>
            </a:extLst>
          </p:cNvPr>
          <p:cNvSpPr/>
          <p:nvPr/>
        </p:nvSpPr>
        <p:spPr>
          <a:xfrm>
            <a:off x="429776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5" name="Oval 734">
            <a:extLst>
              <a:ext uri="{FF2B5EF4-FFF2-40B4-BE49-F238E27FC236}">
                <a16:creationId xmlns:a16="http://schemas.microsoft.com/office/drawing/2014/main" id="{0CFCFF62-B2D1-6FCF-50A4-A81A0BB44EFA}"/>
              </a:ext>
            </a:extLst>
          </p:cNvPr>
          <p:cNvSpPr/>
          <p:nvPr/>
        </p:nvSpPr>
        <p:spPr>
          <a:xfrm>
            <a:off x="427744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6" name="Oval 735">
            <a:extLst>
              <a:ext uri="{FF2B5EF4-FFF2-40B4-BE49-F238E27FC236}">
                <a16:creationId xmlns:a16="http://schemas.microsoft.com/office/drawing/2014/main" id="{E08AD434-CA3F-ABF9-A45F-95390F5CD353}"/>
              </a:ext>
            </a:extLst>
          </p:cNvPr>
          <p:cNvSpPr/>
          <p:nvPr/>
        </p:nvSpPr>
        <p:spPr>
          <a:xfrm>
            <a:off x="425712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7" name="Oval 736">
            <a:extLst>
              <a:ext uri="{FF2B5EF4-FFF2-40B4-BE49-F238E27FC236}">
                <a16:creationId xmlns:a16="http://schemas.microsoft.com/office/drawing/2014/main" id="{4C06EB6D-21DE-ADC4-DA41-72BE5E1E9F2A}"/>
              </a:ext>
            </a:extLst>
          </p:cNvPr>
          <p:cNvSpPr/>
          <p:nvPr/>
        </p:nvSpPr>
        <p:spPr>
          <a:xfrm>
            <a:off x="423680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8" name="Oval 737">
            <a:extLst>
              <a:ext uri="{FF2B5EF4-FFF2-40B4-BE49-F238E27FC236}">
                <a16:creationId xmlns:a16="http://schemas.microsoft.com/office/drawing/2014/main" id="{51D28DF0-E6E0-749A-7A47-68F6E9EC12E8}"/>
              </a:ext>
            </a:extLst>
          </p:cNvPr>
          <p:cNvSpPr/>
          <p:nvPr/>
        </p:nvSpPr>
        <p:spPr>
          <a:xfrm>
            <a:off x="421648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9" name="Oval 738">
            <a:extLst>
              <a:ext uri="{FF2B5EF4-FFF2-40B4-BE49-F238E27FC236}">
                <a16:creationId xmlns:a16="http://schemas.microsoft.com/office/drawing/2014/main" id="{D97D1513-A0DC-6AA9-D26E-051E2D501151}"/>
              </a:ext>
            </a:extLst>
          </p:cNvPr>
          <p:cNvSpPr/>
          <p:nvPr/>
        </p:nvSpPr>
        <p:spPr>
          <a:xfrm>
            <a:off x="4196166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6" name="Oval 725">
            <a:extLst>
              <a:ext uri="{FF2B5EF4-FFF2-40B4-BE49-F238E27FC236}">
                <a16:creationId xmlns:a16="http://schemas.microsoft.com/office/drawing/2014/main" id="{CBF67456-565B-0B99-08DB-DECA43D5A3E3}"/>
              </a:ext>
            </a:extLst>
          </p:cNvPr>
          <p:cNvSpPr/>
          <p:nvPr/>
        </p:nvSpPr>
        <p:spPr>
          <a:xfrm>
            <a:off x="4435545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9" name="Oval 728">
            <a:extLst>
              <a:ext uri="{FF2B5EF4-FFF2-40B4-BE49-F238E27FC236}">
                <a16:creationId xmlns:a16="http://schemas.microsoft.com/office/drawing/2014/main" id="{5AE97B29-E9BC-E197-2723-51D33424B2C9}"/>
              </a:ext>
            </a:extLst>
          </p:cNvPr>
          <p:cNvSpPr/>
          <p:nvPr/>
        </p:nvSpPr>
        <p:spPr>
          <a:xfrm>
            <a:off x="4374585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443D3FB2-EEEE-AD40-E328-5D7DDBCC3424}"/>
              </a:ext>
            </a:extLst>
          </p:cNvPr>
          <p:cNvSpPr/>
          <p:nvPr/>
        </p:nvSpPr>
        <p:spPr>
          <a:xfrm>
            <a:off x="4553004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2" name="Oval 721">
            <a:extLst>
              <a:ext uri="{FF2B5EF4-FFF2-40B4-BE49-F238E27FC236}">
                <a16:creationId xmlns:a16="http://schemas.microsoft.com/office/drawing/2014/main" id="{BA24D09A-C075-9FAA-FFFD-A2121316613A}"/>
              </a:ext>
            </a:extLst>
          </p:cNvPr>
          <p:cNvSpPr/>
          <p:nvPr/>
        </p:nvSpPr>
        <p:spPr>
          <a:xfrm>
            <a:off x="4492044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2" name="Oval 711">
            <a:extLst>
              <a:ext uri="{FF2B5EF4-FFF2-40B4-BE49-F238E27FC236}">
                <a16:creationId xmlns:a16="http://schemas.microsoft.com/office/drawing/2014/main" id="{FF0C1F53-C7A0-08BC-2F9E-B3C220F1BA63}"/>
              </a:ext>
            </a:extLst>
          </p:cNvPr>
          <p:cNvSpPr/>
          <p:nvPr/>
        </p:nvSpPr>
        <p:spPr>
          <a:xfrm>
            <a:off x="4670463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5" name="Oval 714">
            <a:extLst>
              <a:ext uri="{FF2B5EF4-FFF2-40B4-BE49-F238E27FC236}">
                <a16:creationId xmlns:a16="http://schemas.microsoft.com/office/drawing/2014/main" id="{E7570C1E-0278-0347-291F-87C66D74B918}"/>
              </a:ext>
            </a:extLst>
          </p:cNvPr>
          <p:cNvSpPr/>
          <p:nvPr/>
        </p:nvSpPr>
        <p:spPr>
          <a:xfrm>
            <a:off x="4609503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6" name="Oval 705">
            <a:extLst>
              <a:ext uri="{FF2B5EF4-FFF2-40B4-BE49-F238E27FC236}">
                <a16:creationId xmlns:a16="http://schemas.microsoft.com/office/drawing/2014/main" id="{20AF0235-4A98-006D-8AFD-7EE97997A7C7}"/>
              </a:ext>
            </a:extLst>
          </p:cNvPr>
          <p:cNvSpPr/>
          <p:nvPr/>
        </p:nvSpPr>
        <p:spPr>
          <a:xfrm>
            <a:off x="476760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7" name="Oval 706">
            <a:extLst>
              <a:ext uri="{FF2B5EF4-FFF2-40B4-BE49-F238E27FC236}">
                <a16:creationId xmlns:a16="http://schemas.microsoft.com/office/drawing/2014/main" id="{FDFD3B46-58CC-A2B1-B106-5003F606AE3A}"/>
              </a:ext>
            </a:extLst>
          </p:cNvPr>
          <p:cNvSpPr/>
          <p:nvPr/>
        </p:nvSpPr>
        <p:spPr>
          <a:xfrm>
            <a:off x="474728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1" name="Oval 710">
            <a:extLst>
              <a:ext uri="{FF2B5EF4-FFF2-40B4-BE49-F238E27FC236}">
                <a16:creationId xmlns:a16="http://schemas.microsoft.com/office/drawing/2014/main" id="{DAEF9C9B-236D-2534-E726-BE0310EB74A9}"/>
              </a:ext>
            </a:extLst>
          </p:cNvPr>
          <p:cNvSpPr/>
          <p:nvPr/>
        </p:nvSpPr>
        <p:spPr>
          <a:xfrm>
            <a:off x="4666001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5" name="Oval 774">
            <a:extLst>
              <a:ext uri="{FF2B5EF4-FFF2-40B4-BE49-F238E27FC236}">
                <a16:creationId xmlns:a16="http://schemas.microsoft.com/office/drawing/2014/main" id="{B7D6C8D2-B7D8-BFFC-0F53-7A1E1B075D74}"/>
              </a:ext>
            </a:extLst>
          </p:cNvPr>
          <p:cNvSpPr/>
          <p:nvPr/>
        </p:nvSpPr>
        <p:spPr>
          <a:xfrm>
            <a:off x="512045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AD96E8C1-124E-6044-7B39-43CC4607DFC4}"/>
              </a:ext>
            </a:extLst>
          </p:cNvPr>
          <p:cNvSpPr/>
          <p:nvPr/>
        </p:nvSpPr>
        <p:spPr>
          <a:xfrm>
            <a:off x="510013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9" name="Oval 778">
            <a:extLst>
              <a:ext uri="{FF2B5EF4-FFF2-40B4-BE49-F238E27FC236}">
                <a16:creationId xmlns:a16="http://schemas.microsoft.com/office/drawing/2014/main" id="{21F91C72-13AD-9CD1-FBDD-D1EE2BECAD99}"/>
              </a:ext>
            </a:extLst>
          </p:cNvPr>
          <p:cNvSpPr/>
          <p:nvPr/>
        </p:nvSpPr>
        <p:spPr>
          <a:xfrm>
            <a:off x="503917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7" name="Oval 766">
            <a:extLst>
              <a:ext uri="{FF2B5EF4-FFF2-40B4-BE49-F238E27FC236}">
                <a16:creationId xmlns:a16="http://schemas.microsoft.com/office/drawing/2014/main" id="{887F9F8D-34E4-7EA6-DE94-C4FFCA8B8A1F}"/>
              </a:ext>
            </a:extLst>
          </p:cNvPr>
          <p:cNvSpPr/>
          <p:nvPr/>
        </p:nvSpPr>
        <p:spPr>
          <a:xfrm>
            <a:off x="5258235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0" name="Oval 769">
            <a:extLst>
              <a:ext uri="{FF2B5EF4-FFF2-40B4-BE49-F238E27FC236}">
                <a16:creationId xmlns:a16="http://schemas.microsoft.com/office/drawing/2014/main" id="{535A05F8-6E35-4E8B-B0CC-6CEA65812AD7}"/>
              </a:ext>
            </a:extLst>
          </p:cNvPr>
          <p:cNvSpPr/>
          <p:nvPr/>
        </p:nvSpPr>
        <p:spPr>
          <a:xfrm>
            <a:off x="5197275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3" name="Oval 772">
            <a:extLst>
              <a:ext uri="{FF2B5EF4-FFF2-40B4-BE49-F238E27FC236}">
                <a16:creationId xmlns:a16="http://schemas.microsoft.com/office/drawing/2014/main" id="{6925CD8D-B296-3654-C10E-FFE57D715715}"/>
              </a:ext>
            </a:extLst>
          </p:cNvPr>
          <p:cNvSpPr/>
          <p:nvPr/>
        </p:nvSpPr>
        <p:spPr>
          <a:xfrm>
            <a:off x="5136315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0" name="Oval 759">
            <a:extLst>
              <a:ext uri="{FF2B5EF4-FFF2-40B4-BE49-F238E27FC236}">
                <a16:creationId xmlns:a16="http://schemas.microsoft.com/office/drawing/2014/main" id="{580B30FA-3A4D-320E-CA94-7834CDCFD2C4}"/>
              </a:ext>
            </a:extLst>
          </p:cNvPr>
          <p:cNvSpPr/>
          <p:nvPr/>
        </p:nvSpPr>
        <p:spPr>
          <a:xfrm>
            <a:off x="5375694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3" name="Oval 762">
            <a:extLst>
              <a:ext uri="{FF2B5EF4-FFF2-40B4-BE49-F238E27FC236}">
                <a16:creationId xmlns:a16="http://schemas.microsoft.com/office/drawing/2014/main" id="{D6A83BA7-FB32-7210-7E6E-407C76B9C37C}"/>
              </a:ext>
            </a:extLst>
          </p:cNvPr>
          <p:cNvSpPr/>
          <p:nvPr/>
        </p:nvSpPr>
        <p:spPr>
          <a:xfrm>
            <a:off x="5314734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6" name="Oval 765">
            <a:extLst>
              <a:ext uri="{FF2B5EF4-FFF2-40B4-BE49-F238E27FC236}">
                <a16:creationId xmlns:a16="http://schemas.microsoft.com/office/drawing/2014/main" id="{482ABD6C-5F25-69C0-F176-08EB12122A0B}"/>
              </a:ext>
            </a:extLst>
          </p:cNvPr>
          <p:cNvSpPr/>
          <p:nvPr/>
        </p:nvSpPr>
        <p:spPr>
          <a:xfrm>
            <a:off x="525377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3" name="Oval 752">
            <a:extLst>
              <a:ext uri="{FF2B5EF4-FFF2-40B4-BE49-F238E27FC236}">
                <a16:creationId xmlns:a16="http://schemas.microsoft.com/office/drawing/2014/main" id="{7FAB58BE-5A7E-1F75-CF1D-AE4752AB3C26}"/>
              </a:ext>
            </a:extLst>
          </p:cNvPr>
          <p:cNvSpPr/>
          <p:nvPr/>
        </p:nvSpPr>
        <p:spPr>
          <a:xfrm>
            <a:off x="5493153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6" name="Oval 755">
            <a:extLst>
              <a:ext uri="{FF2B5EF4-FFF2-40B4-BE49-F238E27FC236}">
                <a16:creationId xmlns:a16="http://schemas.microsoft.com/office/drawing/2014/main" id="{06493FBC-07F9-8E23-49E6-D1227998201A}"/>
              </a:ext>
            </a:extLst>
          </p:cNvPr>
          <p:cNvSpPr/>
          <p:nvPr/>
        </p:nvSpPr>
        <p:spPr>
          <a:xfrm>
            <a:off x="5432193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9" name="Oval 758">
            <a:extLst>
              <a:ext uri="{FF2B5EF4-FFF2-40B4-BE49-F238E27FC236}">
                <a16:creationId xmlns:a16="http://schemas.microsoft.com/office/drawing/2014/main" id="{8690B2EF-6AE4-CEFF-2FD6-4BA9EBCB80A6}"/>
              </a:ext>
            </a:extLst>
          </p:cNvPr>
          <p:cNvSpPr/>
          <p:nvPr/>
        </p:nvSpPr>
        <p:spPr>
          <a:xfrm>
            <a:off x="5371233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47" name="Oval 746">
            <a:extLst>
              <a:ext uri="{FF2B5EF4-FFF2-40B4-BE49-F238E27FC236}">
                <a16:creationId xmlns:a16="http://schemas.microsoft.com/office/drawing/2014/main" id="{727B0E79-580A-481B-6106-EF5EA4F43737}"/>
              </a:ext>
            </a:extLst>
          </p:cNvPr>
          <p:cNvSpPr/>
          <p:nvPr/>
        </p:nvSpPr>
        <p:spPr>
          <a:xfrm>
            <a:off x="559029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0" name="Oval 749">
            <a:extLst>
              <a:ext uri="{FF2B5EF4-FFF2-40B4-BE49-F238E27FC236}">
                <a16:creationId xmlns:a16="http://schemas.microsoft.com/office/drawing/2014/main" id="{3F426ED6-279A-8EA7-14F2-4D96D45C17B4}"/>
              </a:ext>
            </a:extLst>
          </p:cNvPr>
          <p:cNvSpPr/>
          <p:nvPr/>
        </p:nvSpPr>
        <p:spPr>
          <a:xfrm>
            <a:off x="5529331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1" name="Oval 750">
            <a:extLst>
              <a:ext uri="{FF2B5EF4-FFF2-40B4-BE49-F238E27FC236}">
                <a16:creationId xmlns:a16="http://schemas.microsoft.com/office/drawing/2014/main" id="{3F62F632-7642-0393-4C36-DDA1AC54C1B0}"/>
              </a:ext>
            </a:extLst>
          </p:cNvPr>
          <p:cNvSpPr/>
          <p:nvPr/>
        </p:nvSpPr>
        <p:spPr>
          <a:xfrm>
            <a:off x="5509011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15" name="Oval 814">
            <a:extLst>
              <a:ext uri="{FF2B5EF4-FFF2-40B4-BE49-F238E27FC236}">
                <a16:creationId xmlns:a16="http://schemas.microsoft.com/office/drawing/2014/main" id="{684231DE-1079-CAE6-43BF-5DD2F86E8681}"/>
              </a:ext>
            </a:extLst>
          </p:cNvPr>
          <p:cNvSpPr/>
          <p:nvPr/>
        </p:nvSpPr>
        <p:spPr>
          <a:xfrm>
            <a:off x="596346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8" name="Oval 807">
            <a:extLst>
              <a:ext uri="{FF2B5EF4-FFF2-40B4-BE49-F238E27FC236}">
                <a16:creationId xmlns:a16="http://schemas.microsoft.com/office/drawing/2014/main" id="{A266F6B5-AA4C-151E-2FB9-6DB95D83AD65}"/>
              </a:ext>
            </a:extLst>
          </p:cNvPr>
          <p:cNvSpPr/>
          <p:nvPr/>
        </p:nvSpPr>
        <p:spPr>
          <a:xfrm>
            <a:off x="6080925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1" name="Oval 800">
            <a:extLst>
              <a:ext uri="{FF2B5EF4-FFF2-40B4-BE49-F238E27FC236}">
                <a16:creationId xmlns:a16="http://schemas.microsoft.com/office/drawing/2014/main" id="{1C249380-AFE8-96EC-D3DC-1008909DBEC3}"/>
              </a:ext>
            </a:extLst>
          </p:cNvPr>
          <p:cNvSpPr/>
          <p:nvPr/>
        </p:nvSpPr>
        <p:spPr>
          <a:xfrm>
            <a:off x="6198384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2" name="Oval 801">
            <a:extLst>
              <a:ext uri="{FF2B5EF4-FFF2-40B4-BE49-F238E27FC236}">
                <a16:creationId xmlns:a16="http://schemas.microsoft.com/office/drawing/2014/main" id="{58718806-AE7C-1D95-6C68-8EB3091E494C}"/>
              </a:ext>
            </a:extLst>
          </p:cNvPr>
          <p:cNvSpPr/>
          <p:nvPr/>
        </p:nvSpPr>
        <p:spPr>
          <a:xfrm>
            <a:off x="6178064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3" name="Oval 802">
            <a:extLst>
              <a:ext uri="{FF2B5EF4-FFF2-40B4-BE49-F238E27FC236}">
                <a16:creationId xmlns:a16="http://schemas.microsoft.com/office/drawing/2014/main" id="{C79F7F49-40D4-809E-BA11-558313F51229}"/>
              </a:ext>
            </a:extLst>
          </p:cNvPr>
          <p:cNvSpPr/>
          <p:nvPr/>
        </p:nvSpPr>
        <p:spPr>
          <a:xfrm>
            <a:off x="6157744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4" name="Oval 803">
            <a:extLst>
              <a:ext uri="{FF2B5EF4-FFF2-40B4-BE49-F238E27FC236}">
                <a16:creationId xmlns:a16="http://schemas.microsoft.com/office/drawing/2014/main" id="{74D89C4D-916C-CA16-0F06-788337AB9B4C}"/>
              </a:ext>
            </a:extLst>
          </p:cNvPr>
          <p:cNvSpPr/>
          <p:nvPr/>
        </p:nvSpPr>
        <p:spPr>
          <a:xfrm>
            <a:off x="6137424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5" name="Oval 804">
            <a:extLst>
              <a:ext uri="{FF2B5EF4-FFF2-40B4-BE49-F238E27FC236}">
                <a16:creationId xmlns:a16="http://schemas.microsoft.com/office/drawing/2014/main" id="{15E3B71E-C9ED-B34F-D467-D97A173243C8}"/>
              </a:ext>
            </a:extLst>
          </p:cNvPr>
          <p:cNvSpPr/>
          <p:nvPr/>
        </p:nvSpPr>
        <p:spPr>
          <a:xfrm>
            <a:off x="6117104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85FCAFF8-C1D6-D494-2450-5EC5EC14CF48}"/>
              </a:ext>
            </a:extLst>
          </p:cNvPr>
          <p:cNvSpPr/>
          <p:nvPr/>
        </p:nvSpPr>
        <p:spPr>
          <a:xfrm>
            <a:off x="6096784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7" name="Oval 806">
            <a:extLst>
              <a:ext uri="{FF2B5EF4-FFF2-40B4-BE49-F238E27FC236}">
                <a16:creationId xmlns:a16="http://schemas.microsoft.com/office/drawing/2014/main" id="{28DADD96-AE23-CDC1-E2A4-72CA11C2BADF}"/>
              </a:ext>
            </a:extLst>
          </p:cNvPr>
          <p:cNvSpPr/>
          <p:nvPr/>
        </p:nvSpPr>
        <p:spPr>
          <a:xfrm>
            <a:off x="607646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94" name="Oval 793">
            <a:extLst>
              <a:ext uri="{FF2B5EF4-FFF2-40B4-BE49-F238E27FC236}">
                <a16:creationId xmlns:a16="http://schemas.microsoft.com/office/drawing/2014/main" id="{BC640D6D-4C4E-D4EC-B107-8A9BFBD0BB52}"/>
              </a:ext>
            </a:extLst>
          </p:cNvPr>
          <p:cNvSpPr/>
          <p:nvPr/>
        </p:nvSpPr>
        <p:spPr>
          <a:xfrm>
            <a:off x="6315843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87" name="Oval 786">
            <a:extLst>
              <a:ext uri="{FF2B5EF4-FFF2-40B4-BE49-F238E27FC236}">
                <a16:creationId xmlns:a16="http://schemas.microsoft.com/office/drawing/2014/main" id="{182A2B61-1D6F-7BFF-6B2C-EC6BBD2B6F31}"/>
              </a:ext>
            </a:extLst>
          </p:cNvPr>
          <p:cNvSpPr/>
          <p:nvPr/>
        </p:nvSpPr>
        <p:spPr>
          <a:xfrm>
            <a:off x="643330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56" name="Oval 855">
            <a:extLst>
              <a:ext uri="{FF2B5EF4-FFF2-40B4-BE49-F238E27FC236}">
                <a16:creationId xmlns:a16="http://schemas.microsoft.com/office/drawing/2014/main" id="{A8297CAB-702A-C795-F8C9-772524D4F4DF}"/>
              </a:ext>
            </a:extLst>
          </p:cNvPr>
          <p:cNvSpPr/>
          <p:nvPr/>
        </p:nvSpPr>
        <p:spPr>
          <a:xfrm>
            <a:off x="678615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57" name="Oval 856">
            <a:extLst>
              <a:ext uri="{FF2B5EF4-FFF2-40B4-BE49-F238E27FC236}">
                <a16:creationId xmlns:a16="http://schemas.microsoft.com/office/drawing/2014/main" id="{AC0BCE9F-FFE2-5E69-9533-5D948756C3A0}"/>
              </a:ext>
            </a:extLst>
          </p:cNvPr>
          <p:cNvSpPr/>
          <p:nvPr/>
        </p:nvSpPr>
        <p:spPr>
          <a:xfrm>
            <a:off x="676583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58" name="Oval 857">
            <a:extLst>
              <a:ext uri="{FF2B5EF4-FFF2-40B4-BE49-F238E27FC236}">
                <a16:creationId xmlns:a16="http://schemas.microsoft.com/office/drawing/2014/main" id="{2B988464-9478-E95F-4175-008BFE267D16}"/>
              </a:ext>
            </a:extLst>
          </p:cNvPr>
          <p:cNvSpPr/>
          <p:nvPr/>
        </p:nvSpPr>
        <p:spPr>
          <a:xfrm>
            <a:off x="674551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59" name="Oval 858">
            <a:extLst>
              <a:ext uri="{FF2B5EF4-FFF2-40B4-BE49-F238E27FC236}">
                <a16:creationId xmlns:a16="http://schemas.microsoft.com/office/drawing/2014/main" id="{F1A1A539-B812-32CF-3FE9-CA47507213B6}"/>
              </a:ext>
            </a:extLst>
          </p:cNvPr>
          <p:cNvSpPr/>
          <p:nvPr/>
        </p:nvSpPr>
        <p:spPr>
          <a:xfrm>
            <a:off x="672519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60" name="Oval 859">
            <a:extLst>
              <a:ext uri="{FF2B5EF4-FFF2-40B4-BE49-F238E27FC236}">
                <a16:creationId xmlns:a16="http://schemas.microsoft.com/office/drawing/2014/main" id="{C5913406-12D1-909C-D889-7C721A23AE51}"/>
              </a:ext>
            </a:extLst>
          </p:cNvPr>
          <p:cNvSpPr/>
          <p:nvPr/>
        </p:nvSpPr>
        <p:spPr>
          <a:xfrm>
            <a:off x="670487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61" name="Oval 860">
            <a:extLst>
              <a:ext uri="{FF2B5EF4-FFF2-40B4-BE49-F238E27FC236}">
                <a16:creationId xmlns:a16="http://schemas.microsoft.com/office/drawing/2014/main" id="{D6FEA750-7002-F91C-AB63-958F37260D7E}"/>
              </a:ext>
            </a:extLst>
          </p:cNvPr>
          <p:cNvSpPr/>
          <p:nvPr/>
        </p:nvSpPr>
        <p:spPr>
          <a:xfrm>
            <a:off x="668455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55" name="Oval 854">
            <a:extLst>
              <a:ext uri="{FF2B5EF4-FFF2-40B4-BE49-F238E27FC236}">
                <a16:creationId xmlns:a16="http://schemas.microsoft.com/office/drawing/2014/main" id="{BA289B15-85D1-3A58-4C21-CB76A31631C0}"/>
              </a:ext>
            </a:extLst>
          </p:cNvPr>
          <p:cNvSpPr/>
          <p:nvPr/>
        </p:nvSpPr>
        <p:spPr>
          <a:xfrm>
            <a:off x="6781695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48" name="Oval 847">
            <a:extLst>
              <a:ext uri="{FF2B5EF4-FFF2-40B4-BE49-F238E27FC236}">
                <a16:creationId xmlns:a16="http://schemas.microsoft.com/office/drawing/2014/main" id="{148B554A-3299-3FF7-51EC-7112B6FB6355}"/>
              </a:ext>
            </a:extLst>
          </p:cNvPr>
          <p:cNvSpPr/>
          <p:nvPr/>
        </p:nvSpPr>
        <p:spPr>
          <a:xfrm>
            <a:off x="689915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41" name="Oval 840">
            <a:extLst>
              <a:ext uri="{FF2B5EF4-FFF2-40B4-BE49-F238E27FC236}">
                <a16:creationId xmlns:a16="http://schemas.microsoft.com/office/drawing/2014/main" id="{1F31318A-DB3F-AC8D-7B1E-AC83A6EBB68C}"/>
              </a:ext>
            </a:extLst>
          </p:cNvPr>
          <p:cNvSpPr/>
          <p:nvPr/>
        </p:nvSpPr>
        <p:spPr>
          <a:xfrm>
            <a:off x="7016613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28" name="Oval 827">
            <a:extLst>
              <a:ext uri="{FF2B5EF4-FFF2-40B4-BE49-F238E27FC236}">
                <a16:creationId xmlns:a16="http://schemas.microsoft.com/office/drawing/2014/main" id="{13E33510-353F-64A5-BCA0-B82C2FAE1D74}"/>
              </a:ext>
            </a:extLst>
          </p:cNvPr>
          <p:cNvSpPr/>
          <p:nvPr/>
        </p:nvSpPr>
        <p:spPr>
          <a:xfrm>
            <a:off x="725599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29" name="Oval 828">
            <a:extLst>
              <a:ext uri="{FF2B5EF4-FFF2-40B4-BE49-F238E27FC236}">
                <a16:creationId xmlns:a16="http://schemas.microsoft.com/office/drawing/2014/main" id="{316A6909-1822-10D9-BF70-F6F1F177B10D}"/>
              </a:ext>
            </a:extLst>
          </p:cNvPr>
          <p:cNvSpPr/>
          <p:nvPr/>
        </p:nvSpPr>
        <p:spPr>
          <a:xfrm>
            <a:off x="723567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30" name="Oval 829">
            <a:extLst>
              <a:ext uri="{FF2B5EF4-FFF2-40B4-BE49-F238E27FC236}">
                <a16:creationId xmlns:a16="http://schemas.microsoft.com/office/drawing/2014/main" id="{F396AE91-BC31-0204-7102-1D186581FE69}"/>
              </a:ext>
            </a:extLst>
          </p:cNvPr>
          <p:cNvSpPr/>
          <p:nvPr/>
        </p:nvSpPr>
        <p:spPr>
          <a:xfrm>
            <a:off x="721535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30D88171-4AF4-7CFA-5BD0-1471F6ED6E2C}"/>
              </a:ext>
            </a:extLst>
          </p:cNvPr>
          <p:cNvSpPr/>
          <p:nvPr/>
        </p:nvSpPr>
        <p:spPr>
          <a:xfrm>
            <a:off x="7195031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730F64DA-79FE-3663-A010-8BCC64F53F90}"/>
              </a:ext>
            </a:extLst>
          </p:cNvPr>
          <p:cNvSpPr/>
          <p:nvPr/>
        </p:nvSpPr>
        <p:spPr>
          <a:xfrm>
            <a:off x="7174711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42C9ECE3-5E01-8FFB-2CEF-902C96D5C311}"/>
              </a:ext>
            </a:extLst>
          </p:cNvPr>
          <p:cNvSpPr/>
          <p:nvPr/>
        </p:nvSpPr>
        <p:spPr>
          <a:xfrm>
            <a:off x="7154391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97" name="Oval 896">
            <a:extLst>
              <a:ext uri="{FF2B5EF4-FFF2-40B4-BE49-F238E27FC236}">
                <a16:creationId xmlns:a16="http://schemas.microsoft.com/office/drawing/2014/main" id="{10C1FA76-7938-F4DF-F476-43B737AE3AC0}"/>
              </a:ext>
            </a:extLst>
          </p:cNvPr>
          <p:cNvSpPr/>
          <p:nvPr/>
        </p:nvSpPr>
        <p:spPr>
          <a:xfrm>
            <a:off x="760884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98" name="Oval 897">
            <a:extLst>
              <a:ext uri="{FF2B5EF4-FFF2-40B4-BE49-F238E27FC236}">
                <a16:creationId xmlns:a16="http://schemas.microsoft.com/office/drawing/2014/main" id="{46C1BB67-E3EF-8973-E423-211959396A41}"/>
              </a:ext>
            </a:extLst>
          </p:cNvPr>
          <p:cNvSpPr/>
          <p:nvPr/>
        </p:nvSpPr>
        <p:spPr>
          <a:xfrm>
            <a:off x="758852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99" name="Oval 898">
            <a:extLst>
              <a:ext uri="{FF2B5EF4-FFF2-40B4-BE49-F238E27FC236}">
                <a16:creationId xmlns:a16="http://schemas.microsoft.com/office/drawing/2014/main" id="{178DA091-844B-3F4C-D18F-663C01DEB4B7}"/>
              </a:ext>
            </a:extLst>
          </p:cNvPr>
          <p:cNvSpPr/>
          <p:nvPr/>
        </p:nvSpPr>
        <p:spPr>
          <a:xfrm>
            <a:off x="756820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00" name="Oval 899">
            <a:extLst>
              <a:ext uri="{FF2B5EF4-FFF2-40B4-BE49-F238E27FC236}">
                <a16:creationId xmlns:a16="http://schemas.microsoft.com/office/drawing/2014/main" id="{83A26C7D-2A02-ED82-D64A-D5CD6D770301}"/>
              </a:ext>
            </a:extLst>
          </p:cNvPr>
          <p:cNvSpPr/>
          <p:nvPr/>
        </p:nvSpPr>
        <p:spPr>
          <a:xfrm>
            <a:off x="754788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01" name="Oval 900">
            <a:extLst>
              <a:ext uri="{FF2B5EF4-FFF2-40B4-BE49-F238E27FC236}">
                <a16:creationId xmlns:a16="http://schemas.microsoft.com/office/drawing/2014/main" id="{64D0C704-248F-FE39-0B96-D07B27C7E088}"/>
              </a:ext>
            </a:extLst>
          </p:cNvPr>
          <p:cNvSpPr/>
          <p:nvPr/>
        </p:nvSpPr>
        <p:spPr>
          <a:xfrm>
            <a:off x="752756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95" name="Oval 894">
            <a:extLst>
              <a:ext uri="{FF2B5EF4-FFF2-40B4-BE49-F238E27FC236}">
                <a16:creationId xmlns:a16="http://schemas.microsoft.com/office/drawing/2014/main" id="{26CF6DD5-4B92-5DC2-A2EC-B69642E4694E}"/>
              </a:ext>
            </a:extLst>
          </p:cNvPr>
          <p:cNvSpPr/>
          <p:nvPr/>
        </p:nvSpPr>
        <p:spPr>
          <a:xfrm>
            <a:off x="7624705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89" name="Oval 888">
            <a:extLst>
              <a:ext uri="{FF2B5EF4-FFF2-40B4-BE49-F238E27FC236}">
                <a16:creationId xmlns:a16="http://schemas.microsoft.com/office/drawing/2014/main" id="{D7233A1A-13BD-084E-FA9C-4D50998C4CE3}"/>
              </a:ext>
            </a:extLst>
          </p:cNvPr>
          <p:cNvSpPr/>
          <p:nvPr/>
        </p:nvSpPr>
        <p:spPr>
          <a:xfrm>
            <a:off x="772184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81" name="Oval 880">
            <a:extLst>
              <a:ext uri="{FF2B5EF4-FFF2-40B4-BE49-F238E27FC236}">
                <a16:creationId xmlns:a16="http://schemas.microsoft.com/office/drawing/2014/main" id="{31AD4EEB-BFC7-74F8-E596-5BC9890933DE}"/>
              </a:ext>
            </a:extLst>
          </p:cNvPr>
          <p:cNvSpPr/>
          <p:nvPr/>
        </p:nvSpPr>
        <p:spPr>
          <a:xfrm>
            <a:off x="7859623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69" name="Oval 868">
            <a:extLst>
              <a:ext uri="{FF2B5EF4-FFF2-40B4-BE49-F238E27FC236}">
                <a16:creationId xmlns:a16="http://schemas.microsoft.com/office/drawing/2014/main" id="{77224D52-3973-B89D-35E8-F78BA63BA6DB}"/>
              </a:ext>
            </a:extLst>
          </p:cNvPr>
          <p:cNvSpPr/>
          <p:nvPr/>
        </p:nvSpPr>
        <p:spPr>
          <a:xfrm>
            <a:off x="807868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0" name="Oval 869">
            <a:extLst>
              <a:ext uri="{FF2B5EF4-FFF2-40B4-BE49-F238E27FC236}">
                <a16:creationId xmlns:a16="http://schemas.microsoft.com/office/drawing/2014/main" id="{0DEA62AB-B6C1-E31C-B6E5-606F0E8896FB}"/>
              </a:ext>
            </a:extLst>
          </p:cNvPr>
          <p:cNvSpPr/>
          <p:nvPr/>
        </p:nvSpPr>
        <p:spPr>
          <a:xfrm>
            <a:off x="805836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1" name="Oval 870">
            <a:extLst>
              <a:ext uri="{FF2B5EF4-FFF2-40B4-BE49-F238E27FC236}">
                <a16:creationId xmlns:a16="http://schemas.microsoft.com/office/drawing/2014/main" id="{7D1802A3-A535-6D42-7B48-E3FA85B037EB}"/>
              </a:ext>
            </a:extLst>
          </p:cNvPr>
          <p:cNvSpPr/>
          <p:nvPr/>
        </p:nvSpPr>
        <p:spPr>
          <a:xfrm>
            <a:off x="803804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2" name="Oval 871">
            <a:extLst>
              <a:ext uri="{FF2B5EF4-FFF2-40B4-BE49-F238E27FC236}">
                <a16:creationId xmlns:a16="http://schemas.microsoft.com/office/drawing/2014/main" id="{08F68519-6DCF-EF8E-76DD-B70A1FDE5025}"/>
              </a:ext>
            </a:extLst>
          </p:cNvPr>
          <p:cNvSpPr/>
          <p:nvPr/>
        </p:nvSpPr>
        <p:spPr>
          <a:xfrm>
            <a:off x="8017721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3" name="Oval 872">
            <a:extLst>
              <a:ext uri="{FF2B5EF4-FFF2-40B4-BE49-F238E27FC236}">
                <a16:creationId xmlns:a16="http://schemas.microsoft.com/office/drawing/2014/main" id="{A939E938-BE67-821F-ACCA-90255A241057}"/>
              </a:ext>
            </a:extLst>
          </p:cNvPr>
          <p:cNvSpPr/>
          <p:nvPr/>
        </p:nvSpPr>
        <p:spPr>
          <a:xfrm>
            <a:off x="7997401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38" name="Oval 937">
            <a:extLst>
              <a:ext uri="{FF2B5EF4-FFF2-40B4-BE49-F238E27FC236}">
                <a16:creationId xmlns:a16="http://schemas.microsoft.com/office/drawing/2014/main" id="{C2849A8B-4F3B-8D8A-DFCD-A3E7E72C5EA2}"/>
              </a:ext>
            </a:extLst>
          </p:cNvPr>
          <p:cNvSpPr/>
          <p:nvPr/>
        </p:nvSpPr>
        <p:spPr>
          <a:xfrm>
            <a:off x="843153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39" name="Oval 938">
            <a:extLst>
              <a:ext uri="{FF2B5EF4-FFF2-40B4-BE49-F238E27FC236}">
                <a16:creationId xmlns:a16="http://schemas.microsoft.com/office/drawing/2014/main" id="{BED22451-5769-9EEF-B61A-D3D0BAF61AF5}"/>
              </a:ext>
            </a:extLst>
          </p:cNvPr>
          <p:cNvSpPr/>
          <p:nvPr/>
        </p:nvSpPr>
        <p:spPr>
          <a:xfrm>
            <a:off x="841121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0" name="Oval 939">
            <a:extLst>
              <a:ext uri="{FF2B5EF4-FFF2-40B4-BE49-F238E27FC236}">
                <a16:creationId xmlns:a16="http://schemas.microsoft.com/office/drawing/2014/main" id="{F098B3B0-5244-6FBB-A7E3-34C8C9FC6A66}"/>
              </a:ext>
            </a:extLst>
          </p:cNvPr>
          <p:cNvSpPr/>
          <p:nvPr/>
        </p:nvSpPr>
        <p:spPr>
          <a:xfrm>
            <a:off x="839089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1" name="Oval 940">
            <a:extLst>
              <a:ext uri="{FF2B5EF4-FFF2-40B4-BE49-F238E27FC236}">
                <a16:creationId xmlns:a16="http://schemas.microsoft.com/office/drawing/2014/main" id="{6E80319C-4E63-CA13-D048-E881926FB69B}"/>
              </a:ext>
            </a:extLst>
          </p:cNvPr>
          <p:cNvSpPr/>
          <p:nvPr/>
        </p:nvSpPr>
        <p:spPr>
          <a:xfrm>
            <a:off x="837057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2" name="Oval 941">
            <a:extLst>
              <a:ext uri="{FF2B5EF4-FFF2-40B4-BE49-F238E27FC236}">
                <a16:creationId xmlns:a16="http://schemas.microsoft.com/office/drawing/2014/main" id="{EA628365-0AC7-052B-C7AF-F6F278255729}"/>
              </a:ext>
            </a:extLst>
          </p:cNvPr>
          <p:cNvSpPr/>
          <p:nvPr/>
        </p:nvSpPr>
        <p:spPr>
          <a:xfrm>
            <a:off x="835025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3" name="Oval 942">
            <a:extLst>
              <a:ext uri="{FF2B5EF4-FFF2-40B4-BE49-F238E27FC236}">
                <a16:creationId xmlns:a16="http://schemas.microsoft.com/office/drawing/2014/main" id="{527EE748-C28F-9A9C-72C8-5D26B0118C75}"/>
              </a:ext>
            </a:extLst>
          </p:cNvPr>
          <p:cNvSpPr/>
          <p:nvPr/>
        </p:nvSpPr>
        <p:spPr>
          <a:xfrm>
            <a:off x="832993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4" name="Oval 943">
            <a:extLst>
              <a:ext uri="{FF2B5EF4-FFF2-40B4-BE49-F238E27FC236}">
                <a16:creationId xmlns:a16="http://schemas.microsoft.com/office/drawing/2014/main" id="{8063610E-C194-81C3-14B2-F835252441C5}"/>
              </a:ext>
            </a:extLst>
          </p:cNvPr>
          <p:cNvSpPr/>
          <p:nvPr/>
        </p:nvSpPr>
        <p:spPr>
          <a:xfrm>
            <a:off x="8309616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36" name="Oval 935">
            <a:extLst>
              <a:ext uri="{FF2B5EF4-FFF2-40B4-BE49-F238E27FC236}">
                <a16:creationId xmlns:a16="http://schemas.microsoft.com/office/drawing/2014/main" id="{D389B697-02A6-10B4-96EF-6F3EABEEB7C7}"/>
              </a:ext>
            </a:extLst>
          </p:cNvPr>
          <p:cNvSpPr/>
          <p:nvPr/>
        </p:nvSpPr>
        <p:spPr>
          <a:xfrm>
            <a:off x="8447395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28" name="Oval 927">
            <a:extLst>
              <a:ext uri="{FF2B5EF4-FFF2-40B4-BE49-F238E27FC236}">
                <a16:creationId xmlns:a16="http://schemas.microsoft.com/office/drawing/2014/main" id="{DCF56A63-B897-7F87-B199-30C0F30C06FA}"/>
              </a:ext>
            </a:extLst>
          </p:cNvPr>
          <p:cNvSpPr/>
          <p:nvPr/>
        </p:nvSpPr>
        <p:spPr>
          <a:xfrm>
            <a:off x="8585174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22" name="Oval 921">
            <a:extLst>
              <a:ext uri="{FF2B5EF4-FFF2-40B4-BE49-F238E27FC236}">
                <a16:creationId xmlns:a16="http://schemas.microsoft.com/office/drawing/2014/main" id="{C837C628-1C01-A4A9-99A2-4D805C90ACA9}"/>
              </a:ext>
            </a:extLst>
          </p:cNvPr>
          <p:cNvSpPr/>
          <p:nvPr/>
        </p:nvSpPr>
        <p:spPr>
          <a:xfrm>
            <a:off x="8682313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0" name="Oval 909">
            <a:extLst>
              <a:ext uri="{FF2B5EF4-FFF2-40B4-BE49-F238E27FC236}">
                <a16:creationId xmlns:a16="http://schemas.microsoft.com/office/drawing/2014/main" id="{D1FBDF8E-3CBC-737B-E2B4-4623118F7E9A}"/>
              </a:ext>
            </a:extLst>
          </p:cNvPr>
          <p:cNvSpPr/>
          <p:nvPr/>
        </p:nvSpPr>
        <p:spPr>
          <a:xfrm>
            <a:off x="890137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1" name="Oval 910">
            <a:extLst>
              <a:ext uri="{FF2B5EF4-FFF2-40B4-BE49-F238E27FC236}">
                <a16:creationId xmlns:a16="http://schemas.microsoft.com/office/drawing/2014/main" id="{68AC3979-C8BB-1D10-EFF7-DFF82A1333E4}"/>
              </a:ext>
            </a:extLst>
          </p:cNvPr>
          <p:cNvSpPr/>
          <p:nvPr/>
        </p:nvSpPr>
        <p:spPr>
          <a:xfrm>
            <a:off x="888105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2" name="Oval 911">
            <a:extLst>
              <a:ext uri="{FF2B5EF4-FFF2-40B4-BE49-F238E27FC236}">
                <a16:creationId xmlns:a16="http://schemas.microsoft.com/office/drawing/2014/main" id="{42F8535B-8C4E-857E-8BD7-D8EBEC8D27A6}"/>
              </a:ext>
            </a:extLst>
          </p:cNvPr>
          <p:cNvSpPr/>
          <p:nvPr/>
        </p:nvSpPr>
        <p:spPr>
          <a:xfrm>
            <a:off x="886073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3" name="Oval 912">
            <a:extLst>
              <a:ext uri="{FF2B5EF4-FFF2-40B4-BE49-F238E27FC236}">
                <a16:creationId xmlns:a16="http://schemas.microsoft.com/office/drawing/2014/main" id="{B2E5DB07-30F2-1E3B-73DC-78358DDB7D39}"/>
              </a:ext>
            </a:extLst>
          </p:cNvPr>
          <p:cNvSpPr/>
          <p:nvPr/>
        </p:nvSpPr>
        <p:spPr>
          <a:xfrm>
            <a:off x="8840411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4" name="Oval 913">
            <a:extLst>
              <a:ext uri="{FF2B5EF4-FFF2-40B4-BE49-F238E27FC236}">
                <a16:creationId xmlns:a16="http://schemas.microsoft.com/office/drawing/2014/main" id="{7FE60C8D-1B42-9252-2464-275ECF0B9128}"/>
              </a:ext>
            </a:extLst>
          </p:cNvPr>
          <p:cNvSpPr/>
          <p:nvPr/>
        </p:nvSpPr>
        <p:spPr>
          <a:xfrm>
            <a:off x="8820091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5" name="Oval 914">
            <a:extLst>
              <a:ext uri="{FF2B5EF4-FFF2-40B4-BE49-F238E27FC236}">
                <a16:creationId xmlns:a16="http://schemas.microsoft.com/office/drawing/2014/main" id="{9A1E4E3D-948D-1ACA-4E58-65E4659E255C}"/>
              </a:ext>
            </a:extLst>
          </p:cNvPr>
          <p:cNvSpPr/>
          <p:nvPr/>
        </p:nvSpPr>
        <p:spPr>
          <a:xfrm>
            <a:off x="8799771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6" name="Oval 915">
            <a:extLst>
              <a:ext uri="{FF2B5EF4-FFF2-40B4-BE49-F238E27FC236}">
                <a16:creationId xmlns:a16="http://schemas.microsoft.com/office/drawing/2014/main" id="{8B9AF5A8-0A82-1CB3-FAE9-47F02FC98857}"/>
              </a:ext>
            </a:extLst>
          </p:cNvPr>
          <p:cNvSpPr/>
          <p:nvPr/>
        </p:nvSpPr>
        <p:spPr>
          <a:xfrm>
            <a:off x="8779451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79" name="Oval 978">
            <a:extLst>
              <a:ext uri="{FF2B5EF4-FFF2-40B4-BE49-F238E27FC236}">
                <a16:creationId xmlns:a16="http://schemas.microsoft.com/office/drawing/2014/main" id="{3FDC7E06-5CA9-8FEC-C4CA-11269C3A595E}"/>
              </a:ext>
            </a:extLst>
          </p:cNvPr>
          <p:cNvSpPr/>
          <p:nvPr/>
        </p:nvSpPr>
        <p:spPr>
          <a:xfrm>
            <a:off x="925422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80" name="Oval 979">
            <a:extLst>
              <a:ext uri="{FF2B5EF4-FFF2-40B4-BE49-F238E27FC236}">
                <a16:creationId xmlns:a16="http://schemas.microsoft.com/office/drawing/2014/main" id="{8EAE7BBD-ABA9-9E26-7789-5F59062147D3}"/>
              </a:ext>
            </a:extLst>
          </p:cNvPr>
          <p:cNvSpPr/>
          <p:nvPr/>
        </p:nvSpPr>
        <p:spPr>
          <a:xfrm>
            <a:off x="923390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84" name="Oval 983">
            <a:extLst>
              <a:ext uri="{FF2B5EF4-FFF2-40B4-BE49-F238E27FC236}">
                <a16:creationId xmlns:a16="http://schemas.microsoft.com/office/drawing/2014/main" id="{B12D245E-4A6E-9B0E-3B20-2B732E2D7723}"/>
              </a:ext>
            </a:extLst>
          </p:cNvPr>
          <p:cNvSpPr/>
          <p:nvPr/>
        </p:nvSpPr>
        <p:spPr>
          <a:xfrm>
            <a:off x="915262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85" name="Oval 984">
            <a:extLst>
              <a:ext uri="{FF2B5EF4-FFF2-40B4-BE49-F238E27FC236}">
                <a16:creationId xmlns:a16="http://schemas.microsoft.com/office/drawing/2014/main" id="{75141A78-426A-EF5C-BD8D-218F0BD73EE0}"/>
              </a:ext>
            </a:extLst>
          </p:cNvPr>
          <p:cNvSpPr/>
          <p:nvPr/>
        </p:nvSpPr>
        <p:spPr>
          <a:xfrm>
            <a:off x="9132306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74" name="Oval 973">
            <a:extLst>
              <a:ext uri="{FF2B5EF4-FFF2-40B4-BE49-F238E27FC236}">
                <a16:creationId xmlns:a16="http://schemas.microsoft.com/office/drawing/2014/main" id="{BE1E6FA4-9922-FDAA-D902-F018C16C112C}"/>
              </a:ext>
            </a:extLst>
          </p:cNvPr>
          <p:cNvSpPr/>
          <p:nvPr/>
        </p:nvSpPr>
        <p:spPr>
          <a:xfrm>
            <a:off x="9331045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76" name="Oval 975">
            <a:extLst>
              <a:ext uri="{FF2B5EF4-FFF2-40B4-BE49-F238E27FC236}">
                <a16:creationId xmlns:a16="http://schemas.microsoft.com/office/drawing/2014/main" id="{CDAB8CC3-D09C-2DAD-DAEC-868815BB27E9}"/>
              </a:ext>
            </a:extLst>
          </p:cNvPr>
          <p:cNvSpPr/>
          <p:nvPr/>
        </p:nvSpPr>
        <p:spPr>
          <a:xfrm>
            <a:off x="9290405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8" name="Oval 967">
            <a:extLst>
              <a:ext uri="{FF2B5EF4-FFF2-40B4-BE49-F238E27FC236}">
                <a16:creationId xmlns:a16="http://schemas.microsoft.com/office/drawing/2014/main" id="{8132C1C7-D05A-858A-51CB-B24B5BAAFBC5}"/>
              </a:ext>
            </a:extLst>
          </p:cNvPr>
          <p:cNvSpPr/>
          <p:nvPr/>
        </p:nvSpPr>
        <p:spPr>
          <a:xfrm>
            <a:off x="9428184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0" name="Oval 959">
            <a:extLst>
              <a:ext uri="{FF2B5EF4-FFF2-40B4-BE49-F238E27FC236}">
                <a16:creationId xmlns:a16="http://schemas.microsoft.com/office/drawing/2014/main" id="{576B626F-384C-2439-5DAF-CEF45ADC17A0}"/>
              </a:ext>
            </a:extLst>
          </p:cNvPr>
          <p:cNvSpPr/>
          <p:nvPr/>
        </p:nvSpPr>
        <p:spPr>
          <a:xfrm>
            <a:off x="9565963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2" name="Oval 961">
            <a:extLst>
              <a:ext uri="{FF2B5EF4-FFF2-40B4-BE49-F238E27FC236}">
                <a16:creationId xmlns:a16="http://schemas.microsoft.com/office/drawing/2014/main" id="{AE59D307-CDF1-3DB6-71CD-290843DDBFAB}"/>
              </a:ext>
            </a:extLst>
          </p:cNvPr>
          <p:cNvSpPr/>
          <p:nvPr/>
        </p:nvSpPr>
        <p:spPr>
          <a:xfrm>
            <a:off x="9525323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1" name="Oval 950">
            <a:extLst>
              <a:ext uri="{FF2B5EF4-FFF2-40B4-BE49-F238E27FC236}">
                <a16:creationId xmlns:a16="http://schemas.microsoft.com/office/drawing/2014/main" id="{F86CFE2A-C50A-458B-6A17-575C7511D20F}"/>
              </a:ext>
            </a:extLst>
          </p:cNvPr>
          <p:cNvSpPr/>
          <p:nvPr/>
        </p:nvSpPr>
        <p:spPr>
          <a:xfrm>
            <a:off x="972406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ABF2FB23-CE1B-9F0D-5C31-58AB5E0A1293}"/>
              </a:ext>
            </a:extLst>
          </p:cNvPr>
          <p:cNvSpPr/>
          <p:nvPr/>
        </p:nvSpPr>
        <p:spPr>
          <a:xfrm>
            <a:off x="970374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26DF8C7D-79A0-19A9-6ACD-FFACF6C7BD50}"/>
              </a:ext>
            </a:extLst>
          </p:cNvPr>
          <p:cNvSpPr/>
          <p:nvPr/>
        </p:nvSpPr>
        <p:spPr>
          <a:xfrm>
            <a:off x="9622461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7" name="Oval 956">
            <a:extLst>
              <a:ext uri="{FF2B5EF4-FFF2-40B4-BE49-F238E27FC236}">
                <a16:creationId xmlns:a16="http://schemas.microsoft.com/office/drawing/2014/main" id="{391EACCD-D058-82C5-1143-51D0CB6A923F}"/>
              </a:ext>
            </a:extLst>
          </p:cNvPr>
          <p:cNvSpPr/>
          <p:nvPr/>
        </p:nvSpPr>
        <p:spPr>
          <a:xfrm>
            <a:off x="9602141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20" name="Oval 1019">
            <a:extLst>
              <a:ext uri="{FF2B5EF4-FFF2-40B4-BE49-F238E27FC236}">
                <a16:creationId xmlns:a16="http://schemas.microsoft.com/office/drawing/2014/main" id="{5D3A30AD-E6EE-D2BB-C4AB-E586E3466B8C}"/>
              </a:ext>
            </a:extLst>
          </p:cNvPr>
          <p:cNvSpPr/>
          <p:nvPr/>
        </p:nvSpPr>
        <p:spPr>
          <a:xfrm>
            <a:off x="1007691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21" name="Oval 1020">
            <a:extLst>
              <a:ext uri="{FF2B5EF4-FFF2-40B4-BE49-F238E27FC236}">
                <a16:creationId xmlns:a16="http://schemas.microsoft.com/office/drawing/2014/main" id="{1428E342-37B5-2609-CDF8-4414A598FF8E}"/>
              </a:ext>
            </a:extLst>
          </p:cNvPr>
          <p:cNvSpPr/>
          <p:nvPr/>
        </p:nvSpPr>
        <p:spPr>
          <a:xfrm>
            <a:off x="1005659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22" name="Oval 1021">
            <a:extLst>
              <a:ext uri="{FF2B5EF4-FFF2-40B4-BE49-F238E27FC236}">
                <a16:creationId xmlns:a16="http://schemas.microsoft.com/office/drawing/2014/main" id="{E0EA58B7-2430-56DD-06C2-580A76F953BD}"/>
              </a:ext>
            </a:extLst>
          </p:cNvPr>
          <p:cNvSpPr/>
          <p:nvPr/>
        </p:nvSpPr>
        <p:spPr>
          <a:xfrm>
            <a:off x="1003627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16" name="Oval 1015">
            <a:extLst>
              <a:ext uri="{FF2B5EF4-FFF2-40B4-BE49-F238E27FC236}">
                <a16:creationId xmlns:a16="http://schemas.microsoft.com/office/drawing/2014/main" id="{9A048B3C-F2F9-A9D7-C500-AEFD08DD4178}"/>
              </a:ext>
            </a:extLst>
          </p:cNvPr>
          <p:cNvSpPr/>
          <p:nvPr/>
        </p:nvSpPr>
        <p:spPr>
          <a:xfrm>
            <a:off x="10133415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10" name="Oval 1009">
            <a:extLst>
              <a:ext uri="{FF2B5EF4-FFF2-40B4-BE49-F238E27FC236}">
                <a16:creationId xmlns:a16="http://schemas.microsoft.com/office/drawing/2014/main" id="{7F970A84-45F3-A4CE-4390-968008DC29CF}"/>
              </a:ext>
            </a:extLst>
          </p:cNvPr>
          <p:cNvSpPr/>
          <p:nvPr/>
        </p:nvSpPr>
        <p:spPr>
          <a:xfrm>
            <a:off x="10230554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11" name="Oval 1010">
            <a:extLst>
              <a:ext uri="{FF2B5EF4-FFF2-40B4-BE49-F238E27FC236}">
                <a16:creationId xmlns:a16="http://schemas.microsoft.com/office/drawing/2014/main" id="{CF15AF0C-69A8-4B4F-A00D-1BAD9B78C8DD}"/>
              </a:ext>
            </a:extLst>
          </p:cNvPr>
          <p:cNvSpPr/>
          <p:nvPr/>
        </p:nvSpPr>
        <p:spPr>
          <a:xfrm>
            <a:off x="10210234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12" name="Oval 1011">
            <a:extLst>
              <a:ext uri="{FF2B5EF4-FFF2-40B4-BE49-F238E27FC236}">
                <a16:creationId xmlns:a16="http://schemas.microsoft.com/office/drawing/2014/main" id="{9951511B-B7E1-8364-3E34-B7DAE5DA0DD7}"/>
              </a:ext>
            </a:extLst>
          </p:cNvPr>
          <p:cNvSpPr/>
          <p:nvPr/>
        </p:nvSpPr>
        <p:spPr>
          <a:xfrm>
            <a:off x="1018991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02" name="Oval 1001">
            <a:extLst>
              <a:ext uri="{FF2B5EF4-FFF2-40B4-BE49-F238E27FC236}">
                <a16:creationId xmlns:a16="http://schemas.microsoft.com/office/drawing/2014/main" id="{B051C4FE-F429-1D03-2A1F-89350A151A19}"/>
              </a:ext>
            </a:extLst>
          </p:cNvPr>
          <p:cNvSpPr/>
          <p:nvPr/>
        </p:nvSpPr>
        <p:spPr>
          <a:xfrm>
            <a:off x="10368333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2" name="Oval 991">
            <a:extLst>
              <a:ext uri="{FF2B5EF4-FFF2-40B4-BE49-F238E27FC236}">
                <a16:creationId xmlns:a16="http://schemas.microsoft.com/office/drawing/2014/main" id="{7BFFA3E7-44C7-AA8B-4874-449D759CCE7C}"/>
              </a:ext>
            </a:extLst>
          </p:cNvPr>
          <p:cNvSpPr/>
          <p:nvPr/>
        </p:nvSpPr>
        <p:spPr>
          <a:xfrm>
            <a:off x="1054675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3" name="Oval 992">
            <a:extLst>
              <a:ext uri="{FF2B5EF4-FFF2-40B4-BE49-F238E27FC236}">
                <a16:creationId xmlns:a16="http://schemas.microsoft.com/office/drawing/2014/main" id="{D94E8570-4D6A-D4FC-938B-DF1FF4C0DE11}"/>
              </a:ext>
            </a:extLst>
          </p:cNvPr>
          <p:cNvSpPr/>
          <p:nvPr/>
        </p:nvSpPr>
        <p:spPr>
          <a:xfrm>
            <a:off x="1052643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4" name="Oval 993">
            <a:extLst>
              <a:ext uri="{FF2B5EF4-FFF2-40B4-BE49-F238E27FC236}">
                <a16:creationId xmlns:a16="http://schemas.microsoft.com/office/drawing/2014/main" id="{FCC4BF44-649C-2812-3A80-BF8EA03B72D9}"/>
              </a:ext>
            </a:extLst>
          </p:cNvPr>
          <p:cNvSpPr/>
          <p:nvPr/>
        </p:nvSpPr>
        <p:spPr>
          <a:xfrm>
            <a:off x="1050611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600FD216-DD54-EE60-E7A5-ACBD43288EB2}"/>
              </a:ext>
            </a:extLst>
          </p:cNvPr>
          <p:cNvSpPr/>
          <p:nvPr/>
        </p:nvSpPr>
        <p:spPr>
          <a:xfrm>
            <a:off x="1089960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07" name="Oval 1106">
            <a:extLst>
              <a:ext uri="{FF2B5EF4-FFF2-40B4-BE49-F238E27FC236}">
                <a16:creationId xmlns:a16="http://schemas.microsoft.com/office/drawing/2014/main" id="{5F871E3D-04FA-C826-979A-EA7BCC388F90}"/>
              </a:ext>
            </a:extLst>
          </p:cNvPr>
          <p:cNvSpPr/>
          <p:nvPr/>
        </p:nvSpPr>
        <p:spPr>
          <a:xfrm>
            <a:off x="1079800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08" name="Oval 1107">
            <a:extLst>
              <a:ext uri="{FF2B5EF4-FFF2-40B4-BE49-F238E27FC236}">
                <a16:creationId xmlns:a16="http://schemas.microsoft.com/office/drawing/2014/main" id="{4E9B933D-72F7-502C-2B79-A87B461E851B}"/>
              </a:ext>
            </a:extLst>
          </p:cNvPr>
          <p:cNvSpPr/>
          <p:nvPr/>
        </p:nvSpPr>
        <p:spPr>
          <a:xfrm>
            <a:off x="10777686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1036866B-4AB4-F09D-CCD9-F1F42EC2BD4A}"/>
              </a:ext>
            </a:extLst>
          </p:cNvPr>
          <p:cNvSpPr/>
          <p:nvPr/>
        </p:nvSpPr>
        <p:spPr>
          <a:xfrm>
            <a:off x="11017065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68BDF3D6-DADF-A1FF-3E4D-A149CFBA64B8}"/>
              </a:ext>
            </a:extLst>
          </p:cNvPr>
          <p:cNvSpPr/>
          <p:nvPr/>
        </p:nvSpPr>
        <p:spPr>
          <a:xfrm>
            <a:off x="10935785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01" name="Oval 1100">
            <a:extLst>
              <a:ext uri="{FF2B5EF4-FFF2-40B4-BE49-F238E27FC236}">
                <a16:creationId xmlns:a16="http://schemas.microsoft.com/office/drawing/2014/main" id="{ABB705E7-C8DF-4373-D7CE-1DE84FC0867A}"/>
              </a:ext>
            </a:extLst>
          </p:cNvPr>
          <p:cNvSpPr/>
          <p:nvPr/>
        </p:nvSpPr>
        <p:spPr>
          <a:xfrm>
            <a:off x="10895145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8" name="Oval 1087">
            <a:extLst>
              <a:ext uri="{FF2B5EF4-FFF2-40B4-BE49-F238E27FC236}">
                <a16:creationId xmlns:a16="http://schemas.microsoft.com/office/drawing/2014/main" id="{13CED3E2-35AE-C3A5-EB8E-6AC06DADE427}"/>
              </a:ext>
            </a:extLst>
          </p:cNvPr>
          <p:cNvSpPr/>
          <p:nvPr/>
        </p:nvSpPr>
        <p:spPr>
          <a:xfrm>
            <a:off x="11134524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1" name="Oval 1090">
            <a:extLst>
              <a:ext uri="{FF2B5EF4-FFF2-40B4-BE49-F238E27FC236}">
                <a16:creationId xmlns:a16="http://schemas.microsoft.com/office/drawing/2014/main" id="{27357E9C-6388-5062-6037-21A2E2F9BFA8}"/>
              </a:ext>
            </a:extLst>
          </p:cNvPr>
          <p:cNvSpPr/>
          <p:nvPr/>
        </p:nvSpPr>
        <p:spPr>
          <a:xfrm>
            <a:off x="11073564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6F62CAF-B07D-6F02-1942-7078C6401345}"/>
              </a:ext>
            </a:extLst>
          </p:cNvPr>
          <p:cNvSpPr/>
          <p:nvPr/>
        </p:nvSpPr>
        <p:spPr>
          <a:xfrm>
            <a:off x="11012604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25C18DFC-4613-2A83-0913-CA1CBBF99688}"/>
              </a:ext>
            </a:extLst>
          </p:cNvPr>
          <p:cNvSpPr/>
          <p:nvPr/>
        </p:nvSpPr>
        <p:spPr>
          <a:xfrm>
            <a:off x="11251983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3" name="Oval 1082">
            <a:extLst>
              <a:ext uri="{FF2B5EF4-FFF2-40B4-BE49-F238E27FC236}">
                <a16:creationId xmlns:a16="http://schemas.microsoft.com/office/drawing/2014/main" id="{2F241E5B-3769-18FE-949D-8AE040F2D5E4}"/>
              </a:ext>
            </a:extLst>
          </p:cNvPr>
          <p:cNvSpPr/>
          <p:nvPr/>
        </p:nvSpPr>
        <p:spPr>
          <a:xfrm>
            <a:off x="11211343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5C43EEDC-6CFF-DB13-0BCB-70672C30E08F}"/>
              </a:ext>
            </a:extLst>
          </p:cNvPr>
          <p:cNvSpPr/>
          <p:nvPr/>
        </p:nvSpPr>
        <p:spPr>
          <a:xfrm>
            <a:off x="11130063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74" name="Oval 1073">
            <a:extLst>
              <a:ext uri="{FF2B5EF4-FFF2-40B4-BE49-F238E27FC236}">
                <a16:creationId xmlns:a16="http://schemas.microsoft.com/office/drawing/2014/main" id="{6E572B2B-C79D-B965-9F5D-8591516B19B1}"/>
              </a:ext>
            </a:extLst>
          </p:cNvPr>
          <p:cNvSpPr/>
          <p:nvPr/>
        </p:nvSpPr>
        <p:spPr>
          <a:xfrm>
            <a:off x="1136944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75" name="Oval 1074">
            <a:extLst>
              <a:ext uri="{FF2B5EF4-FFF2-40B4-BE49-F238E27FC236}">
                <a16:creationId xmlns:a16="http://schemas.microsoft.com/office/drawing/2014/main" id="{CEC9B0F4-0329-ED21-0297-E85B0674C6B3}"/>
              </a:ext>
            </a:extLst>
          </p:cNvPr>
          <p:cNvSpPr/>
          <p:nvPr/>
        </p:nvSpPr>
        <p:spPr>
          <a:xfrm>
            <a:off x="1134912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C520FDB4-762A-24E8-19D8-7EA83A483DB6}"/>
              </a:ext>
            </a:extLst>
          </p:cNvPr>
          <p:cNvSpPr/>
          <p:nvPr/>
        </p:nvSpPr>
        <p:spPr>
          <a:xfrm>
            <a:off x="11247521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80F6F8A1-902C-D893-3403-78D537934023}"/>
              </a:ext>
            </a:extLst>
          </p:cNvPr>
          <p:cNvSpPr/>
          <p:nvPr/>
        </p:nvSpPr>
        <p:spPr>
          <a:xfrm>
            <a:off x="1027326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C339DE6E-1CF4-68B2-600C-0ED376E5A7BC}"/>
              </a:ext>
            </a:extLst>
          </p:cNvPr>
          <p:cNvSpPr/>
          <p:nvPr/>
        </p:nvSpPr>
        <p:spPr>
          <a:xfrm>
            <a:off x="1007006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5" name="Oval 1144">
            <a:extLst>
              <a:ext uri="{FF2B5EF4-FFF2-40B4-BE49-F238E27FC236}">
                <a16:creationId xmlns:a16="http://schemas.microsoft.com/office/drawing/2014/main" id="{8449A1C7-2901-B294-2066-5940AFCE491E}"/>
              </a:ext>
            </a:extLst>
          </p:cNvPr>
          <p:cNvSpPr/>
          <p:nvPr/>
        </p:nvSpPr>
        <p:spPr>
          <a:xfrm>
            <a:off x="986686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6" name="Oval 1145">
            <a:extLst>
              <a:ext uri="{FF2B5EF4-FFF2-40B4-BE49-F238E27FC236}">
                <a16:creationId xmlns:a16="http://schemas.microsoft.com/office/drawing/2014/main" id="{05B01DEC-BB65-E979-72C7-645107C876BA}"/>
              </a:ext>
            </a:extLst>
          </p:cNvPr>
          <p:cNvSpPr/>
          <p:nvPr/>
        </p:nvSpPr>
        <p:spPr>
          <a:xfrm>
            <a:off x="966366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7" name="Oval 1146">
            <a:extLst>
              <a:ext uri="{FF2B5EF4-FFF2-40B4-BE49-F238E27FC236}">
                <a16:creationId xmlns:a16="http://schemas.microsoft.com/office/drawing/2014/main" id="{1982EB10-3E51-ECF6-0C3F-0F6827D7E14B}"/>
              </a:ext>
            </a:extLst>
          </p:cNvPr>
          <p:cNvSpPr/>
          <p:nvPr/>
        </p:nvSpPr>
        <p:spPr>
          <a:xfrm>
            <a:off x="946046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8" name="Oval 1147">
            <a:extLst>
              <a:ext uri="{FF2B5EF4-FFF2-40B4-BE49-F238E27FC236}">
                <a16:creationId xmlns:a16="http://schemas.microsoft.com/office/drawing/2014/main" id="{7BBF46DE-FCBA-0DBA-EF51-366BD2406894}"/>
              </a:ext>
            </a:extLst>
          </p:cNvPr>
          <p:cNvSpPr/>
          <p:nvPr/>
        </p:nvSpPr>
        <p:spPr>
          <a:xfrm>
            <a:off x="925726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9" name="Oval 1148">
            <a:extLst>
              <a:ext uri="{FF2B5EF4-FFF2-40B4-BE49-F238E27FC236}">
                <a16:creationId xmlns:a16="http://schemas.microsoft.com/office/drawing/2014/main" id="{AAAB993D-8752-A436-CB88-08546D78ABF5}"/>
              </a:ext>
            </a:extLst>
          </p:cNvPr>
          <p:cNvSpPr/>
          <p:nvPr/>
        </p:nvSpPr>
        <p:spPr>
          <a:xfrm>
            <a:off x="905406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38" name="Oval 1137">
            <a:extLst>
              <a:ext uri="{FF2B5EF4-FFF2-40B4-BE49-F238E27FC236}">
                <a16:creationId xmlns:a16="http://schemas.microsoft.com/office/drawing/2014/main" id="{6D5EE7DE-8E46-A618-CF54-DF511BD6A3DF}"/>
              </a:ext>
            </a:extLst>
          </p:cNvPr>
          <p:cNvSpPr/>
          <p:nvPr/>
        </p:nvSpPr>
        <p:spPr>
          <a:xfrm>
            <a:off x="1104145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32" name="Oval 1131">
            <a:extLst>
              <a:ext uri="{FF2B5EF4-FFF2-40B4-BE49-F238E27FC236}">
                <a16:creationId xmlns:a16="http://schemas.microsoft.com/office/drawing/2014/main" id="{54C07877-A690-48E7-BA5C-208C8DECFD6B}"/>
              </a:ext>
            </a:extLst>
          </p:cNvPr>
          <p:cNvSpPr/>
          <p:nvPr/>
        </p:nvSpPr>
        <p:spPr>
          <a:xfrm>
            <a:off x="1201284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26" name="Oval 1125">
            <a:extLst>
              <a:ext uri="{FF2B5EF4-FFF2-40B4-BE49-F238E27FC236}">
                <a16:creationId xmlns:a16="http://schemas.microsoft.com/office/drawing/2014/main" id="{A099163A-5F65-360D-B325-2544549AD9E3}"/>
              </a:ext>
            </a:extLst>
          </p:cNvPr>
          <p:cNvSpPr/>
          <p:nvPr/>
        </p:nvSpPr>
        <p:spPr>
          <a:xfrm>
            <a:off x="1298423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5" name="Oval 1114">
            <a:extLst>
              <a:ext uri="{FF2B5EF4-FFF2-40B4-BE49-F238E27FC236}">
                <a16:creationId xmlns:a16="http://schemas.microsoft.com/office/drawing/2014/main" id="{E8397643-B630-0AC7-F0ED-964B42DAFC1B}"/>
              </a:ext>
            </a:extLst>
          </p:cNvPr>
          <p:cNvSpPr/>
          <p:nvPr/>
        </p:nvSpPr>
        <p:spPr>
          <a:xfrm>
            <a:off x="1497161" y="405766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6" name="Oval 1115">
            <a:extLst>
              <a:ext uri="{FF2B5EF4-FFF2-40B4-BE49-F238E27FC236}">
                <a16:creationId xmlns:a16="http://schemas.microsoft.com/office/drawing/2014/main" id="{93A96DFF-9511-DF02-E42D-E55D5CC08329}"/>
              </a:ext>
            </a:extLst>
          </p:cNvPr>
          <p:cNvSpPr/>
          <p:nvPr/>
        </p:nvSpPr>
        <p:spPr>
          <a:xfrm>
            <a:off x="1476841" y="41729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7" name="Oval 1116">
            <a:extLst>
              <a:ext uri="{FF2B5EF4-FFF2-40B4-BE49-F238E27FC236}">
                <a16:creationId xmlns:a16="http://schemas.microsoft.com/office/drawing/2014/main" id="{06592CF0-00D9-B4D5-B7B9-CA48E6F598AA}"/>
              </a:ext>
            </a:extLst>
          </p:cNvPr>
          <p:cNvSpPr/>
          <p:nvPr/>
        </p:nvSpPr>
        <p:spPr>
          <a:xfrm>
            <a:off x="1456521" y="428816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E40BDFED-D986-2CC1-C779-F4DF7050A9A6}"/>
              </a:ext>
            </a:extLst>
          </p:cNvPr>
          <p:cNvSpPr/>
          <p:nvPr/>
        </p:nvSpPr>
        <p:spPr>
          <a:xfrm>
            <a:off x="1436201" y="4403418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610DA64A-65C7-DC44-133F-EC025A73CF4E}"/>
              </a:ext>
            </a:extLst>
          </p:cNvPr>
          <p:cNvSpPr/>
          <p:nvPr/>
        </p:nvSpPr>
        <p:spPr>
          <a:xfrm>
            <a:off x="1415881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20" name="Oval 1119">
            <a:extLst>
              <a:ext uri="{FF2B5EF4-FFF2-40B4-BE49-F238E27FC236}">
                <a16:creationId xmlns:a16="http://schemas.microsoft.com/office/drawing/2014/main" id="{E4E90507-2BF8-131B-EEAB-2CBF45028D5B}"/>
              </a:ext>
            </a:extLst>
          </p:cNvPr>
          <p:cNvSpPr/>
          <p:nvPr/>
        </p:nvSpPr>
        <p:spPr>
          <a:xfrm>
            <a:off x="1395561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21" name="Oval 1120">
            <a:extLst>
              <a:ext uri="{FF2B5EF4-FFF2-40B4-BE49-F238E27FC236}">
                <a16:creationId xmlns:a16="http://schemas.microsoft.com/office/drawing/2014/main" id="{DEBA1449-B168-E6AA-F440-AA9768CCF349}"/>
              </a:ext>
            </a:extLst>
          </p:cNvPr>
          <p:cNvSpPr/>
          <p:nvPr/>
        </p:nvSpPr>
        <p:spPr>
          <a:xfrm>
            <a:off x="1375241" y="474917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4" name="Oval 1183">
            <a:extLst>
              <a:ext uri="{FF2B5EF4-FFF2-40B4-BE49-F238E27FC236}">
                <a16:creationId xmlns:a16="http://schemas.microsoft.com/office/drawing/2014/main" id="{D715A4D4-8770-C37C-112F-A252C5D236EF}"/>
              </a:ext>
            </a:extLst>
          </p:cNvPr>
          <p:cNvSpPr/>
          <p:nvPr/>
        </p:nvSpPr>
        <p:spPr>
          <a:xfrm>
            <a:off x="197051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5" name="Oval 1184">
            <a:extLst>
              <a:ext uri="{FF2B5EF4-FFF2-40B4-BE49-F238E27FC236}">
                <a16:creationId xmlns:a16="http://schemas.microsoft.com/office/drawing/2014/main" id="{632659A0-6A87-4A11-2E23-79ED07FBA121}"/>
              </a:ext>
            </a:extLst>
          </p:cNvPr>
          <p:cNvSpPr/>
          <p:nvPr/>
        </p:nvSpPr>
        <p:spPr>
          <a:xfrm>
            <a:off x="195019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6" name="Oval 1185">
            <a:extLst>
              <a:ext uri="{FF2B5EF4-FFF2-40B4-BE49-F238E27FC236}">
                <a16:creationId xmlns:a16="http://schemas.microsoft.com/office/drawing/2014/main" id="{495CED76-6A8B-D717-DBF8-53FEF6CAAF05}"/>
              </a:ext>
            </a:extLst>
          </p:cNvPr>
          <p:cNvSpPr/>
          <p:nvPr/>
        </p:nvSpPr>
        <p:spPr>
          <a:xfrm>
            <a:off x="192987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7" name="Oval 1186">
            <a:extLst>
              <a:ext uri="{FF2B5EF4-FFF2-40B4-BE49-F238E27FC236}">
                <a16:creationId xmlns:a16="http://schemas.microsoft.com/office/drawing/2014/main" id="{0BCFE2C1-3007-FF11-41E7-030AC4F69EC8}"/>
              </a:ext>
            </a:extLst>
          </p:cNvPr>
          <p:cNvSpPr/>
          <p:nvPr/>
        </p:nvSpPr>
        <p:spPr>
          <a:xfrm>
            <a:off x="190955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8" name="Oval 1187">
            <a:extLst>
              <a:ext uri="{FF2B5EF4-FFF2-40B4-BE49-F238E27FC236}">
                <a16:creationId xmlns:a16="http://schemas.microsoft.com/office/drawing/2014/main" id="{C3B0E60C-E881-FAE4-231A-B1D7AAAD8964}"/>
              </a:ext>
            </a:extLst>
          </p:cNvPr>
          <p:cNvSpPr/>
          <p:nvPr/>
        </p:nvSpPr>
        <p:spPr>
          <a:xfrm>
            <a:off x="188923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9" name="Oval 1188">
            <a:extLst>
              <a:ext uri="{FF2B5EF4-FFF2-40B4-BE49-F238E27FC236}">
                <a16:creationId xmlns:a16="http://schemas.microsoft.com/office/drawing/2014/main" id="{2A7C0619-CF7F-8ECE-F3B2-A5973C5D8BD3}"/>
              </a:ext>
            </a:extLst>
          </p:cNvPr>
          <p:cNvSpPr/>
          <p:nvPr/>
        </p:nvSpPr>
        <p:spPr>
          <a:xfrm>
            <a:off x="186891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90" name="Oval 1189">
            <a:extLst>
              <a:ext uri="{FF2B5EF4-FFF2-40B4-BE49-F238E27FC236}">
                <a16:creationId xmlns:a16="http://schemas.microsoft.com/office/drawing/2014/main" id="{5D027A7D-3DC8-5DAD-9459-56EB19CBC8B4}"/>
              </a:ext>
            </a:extLst>
          </p:cNvPr>
          <p:cNvSpPr/>
          <p:nvPr/>
        </p:nvSpPr>
        <p:spPr>
          <a:xfrm>
            <a:off x="184859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7" name="Oval 1176">
            <a:extLst>
              <a:ext uri="{FF2B5EF4-FFF2-40B4-BE49-F238E27FC236}">
                <a16:creationId xmlns:a16="http://schemas.microsoft.com/office/drawing/2014/main" id="{140E4A3E-53F9-E1C3-CA4C-47E19B4885E5}"/>
              </a:ext>
            </a:extLst>
          </p:cNvPr>
          <p:cNvSpPr/>
          <p:nvPr/>
        </p:nvSpPr>
        <p:spPr>
          <a:xfrm>
            <a:off x="2087978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0" name="Oval 1179">
            <a:extLst>
              <a:ext uri="{FF2B5EF4-FFF2-40B4-BE49-F238E27FC236}">
                <a16:creationId xmlns:a16="http://schemas.microsoft.com/office/drawing/2014/main" id="{AC162042-B2B4-957F-AFCA-6714A90BC60A}"/>
              </a:ext>
            </a:extLst>
          </p:cNvPr>
          <p:cNvSpPr/>
          <p:nvPr/>
        </p:nvSpPr>
        <p:spPr>
          <a:xfrm>
            <a:off x="2027018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3" name="Oval 1182">
            <a:extLst>
              <a:ext uri="{FF2B5EF4-FFF2-40B4-BE49-F238E27FC236}">
                <a16:creationId xmlns:a16="http://schemas.microsoft.com/office/drawing/2014/main" id="{739625AD-2F8D-01C9-545C-9E24BF6EB72D}"/>
              </a:ext>
            </a:extLst>
          </p:cNvPr>
          <p:cNvSpPr/>
          <p:nvPr/>
        </p:nvSpPr>
        <p:spPr>
          <a:xfrm>
            <a:off x="196605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0" name="Oval 1169">
            <a:extLst>
              <a:ext uri="{FF2B5EF4-FFF2-40B4-BE49-F238E27FC236}">
                <a16:creationId xmlns:a16="http://schemas.microsoft.com/office/drawing/2014/main" id="{8791C72D-7CA9-951B-4DEA-D12429B33EDB}"/>
              </a:ext>
            </a:extLst>
          </p:cNvPr>
          <p:cNvSpPr/>
          <p:nvPr/>
        </p:nvSpPr>
        <p:spPr>
          <a:xfrm>
            <a:off x="220543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3" name="Oval 1172">
            <a:extLst>
              <a:ext uri="{FF2B5EF4-FFF2-40B4-BE49-F238E27FC236}">
                <a16:creationId xmlns:a16="http://schemas.microsoft.com/office/drawing/2014/main" id="{21BCB14D-1CD9-8E5A-F8BE-FAAB80BF4664}"/>
              </a:ext>
            </a:extLst>
          </p:cNvPr>
          <p:cNvSpPr/>
          <p:nvPr/>
        </p:nvSpPr>
        <p:spPr>
          <a:xfrm>
            <a:off x="2144477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6" name="Oval 1175">
            <a:extLst>
              <a:ext uri="{FF2B5EF4-FFF2-40B4-BE49-F238E27FC236}">
                <a16:creationId xmlns:a16="http://schemas.microsoft.com/office/drawing/2014/main" id="{C8853A9C-4731-7798-231B-5DCF18401D93}"/>
              </a:ext>
            </a:extLst>
          </p:cNvPr>
          <p:cNvSpPr/>
          <p:nvPr/>
        </p:nvSpPr>
        <p:spPr>
          <a:xfrm>
            <a:off x="208351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63" name="Oval 1162">
            <a:extLst>
              <a:ext uri="{FF2B5EF4-FFF2-40B4-BE49-F238E27FC236}">
                <a16:creationId xmlns:a16="http://schemas.microsoft.com/office/drawing/2014/main" id="{2E1BD9B7-5587-53CE-F537-7119EC0A6BDE}"/>
              </a:ext>
            </a:extLst>
          </p:cNvPr>
          <p:cNvSpPr/>
          <p:nvPr/>
        </p:nvSpPr>
        <p:spPr>
          <a:xfrm>
            <a:off x="2322896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66" name="Oval 1165">
            <a:extLst>
              <a:ext uri="{FF2B5EF4-FFF2-40B4-BE49-F238E27FC236}">
                <a16:creationId xmlns:a16="http://schemas.microsoft.com/office/drawing/2014/main" id="{2A50A847-CB0D-4959-2BAC-1E0F5FA09397}"/>
              </a:ext>
            </a:extLst>
          </p:cNvPr>
          <p:cNvSpPr/>
          <p:nvPr/>
        </p:nvSpPr>
        <p:spPr>
          <a:xfrm>
            <a:off x="2261936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69" name="Oval 1168">
            <a:extLst>
              <a:ext uri="{FF2B5EF4-FFF2-40B4-BE49-F238E27FC236}">
                <a16:creationId xmlns:a16="http://schemas.microsoft.com/office/drawing/2014/main" id="{5CED0C35-CBD2-C0B2-7A07-91C1CAC99FA2}"/>
              </a:ext>
            </a:extLst>
          </p:cNvPr>
          <p:cNvSpPr/>
          <p:nvPr/>
        </p:nvSpPr>
        <p:spPr>
          <a:xfrm>
            <a:off x="220097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492D93CD-3FC2-36AC-D12E-D52ABC0FE745}"/>
              </a:ext>
            </a:extLst>
          </p:cNvPr>
          <p:cNvSpPr/>
          <p:nvPr/>
        </p:nvSpPr>
        <p:spPr>
          <a:xfrm>
            <a:off x="2420034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58" name="Oval 1157">
            <a:extLst>
              <a:ext uri="{FF2B5EF4-FFF2-40B4-BE49-F238E27FC236}">
                <a16:creationId xmlns:a16="http://schemas.microsoft.com/office/drawing/2014/main" id="{CC9D6EB3-9DE9-473D-99BA-FDD19FF0F0FF}"/>
              </a:ext>
            </a:extLst>
          </p:cNvPr>
          <p:cNvSpPr/>
          <p:nvPr/>
        </p:nvSpPr>
        <p:spPr>
          <a:xfrm>
            <a:off x="2399714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890B8003-01E5-658A-1521-2A1890C94954}"/>
              </a:ext>
            </a:extLst>
          </p:cNvPr>
          <p:cNvSpPr/>
          <p:nvPr/>
        </p:nvSpPr>
        <p:spPr>
          <a:xfrm>
            <a:off x="2359074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F805E30-01F5-B155-FC01-C46C11FDEF76}"/>
              </a:ext>
            </a:extLst>
          </p:cNvPr>
          <p:cNvSpPr/>
          <p:nvPr/>
        </p:nvSpPr>
        <p:spPr>
          <a:xfrm>
            <a:off x="233875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6" name="Oval 1265">
            <a:extLst>
              <a:ext uri="{FF2B5EF4-FFF2-40B4-BE49-F238E27FC236}">
                <a16:creationId xmlns:a16="http://schemas.microsoft.com/office/drawing/2014/main" id="{04E3108C-3982-5DB3-3C85-FB8CB1036ABC}"/>
              </a:ext>
            </a:extLst>
          </p:cNvPr>
          <p:cNvSpPr/>
          <p:nvPr/>
        </p:nvSpPr>
        <p:spPr>
          <a:xfrm>
            <a:off x="361589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7" name="Oval 1266">
            <a:extLst>
              <a:ext uri="{FF2B5EF4-FFF2-40B4-BE49-F238E27FC236}">
                <a16:creationId xmlns:a16="http://schemas.microsoft.com/office/drawing/2014/main" id="{607FD69B-33E8-5798-961B-95A260D365FB}"/>
              </a:ext>
            </a:extLst>
          </p:cNvPr>
          <p:cNvSpPr/>
          <p:nvPr/>
        </p:nvSpPr>
        <p:spPr>
          <a:xfrm>
            <a:off x="359557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8" name="Oval 1267">
            <a:extLst>
              <a:ext uri="{FF2B5EF4-FFF2-40B4-BE49-F238E27FC236}">
                <a16:creationId xmlns:a16="http://schemas.microsoft.com/office/drawing/2014/main" id="{F1ED4765-8D03-BEC8-D3C4-7767DDE1FDC5}"/>
              </a:ext>
            </a:extLst>
          </p:cNvPr>
          <p:cNvSpPr/>
          <p:nvPr/>
        </p:nvSpPr>
        <p:spPr>
          <a:xfrm>
            <a:off x="357525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9" name="Oval 1268">
            <a:extLst>
              <a:ext uri="{FF2B5EF4-FFF2-40B4-BE49-F238E27FC236}">
                <a16:creationId xmlns:a16="http://schemas.microsoft.com/office/drawing/2014/main" id="{5C2A11FF-DA75-6055-1FE0-FEFFB9D9028C}"/>
              </a:ext>
            </a:extLst>
          </p:cNvPr>
          <p:cNvSpPr/>
          <p:nvPr/>
        </p:nvSpPr>
        <p:spPr>
          <a:xfrm>
            <a:off x="355493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0" name="Oval 1269">
            <a:extLst>
              <a:ext uri="{FF2B5EF4-FFF2-40B4-BE49-F238E27FC236}">
                <a16:creationId xmlns:a16="http://schemas.microsoft.com/office/drawing/2014/main" id="{47C3BB15-6924-DE0A-9525-C2A3E40886FA}"/>
              </a:ext>
            </a:extLst>
          </p:cNvPr>
          <p:cNvSpPr/>
          <p:nvPr/>
        </p:nvSpPr>
        <p:spPr>
          <a:xfrm>
            <a:off x="353461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1" name="Oval 1270">
            <a:extLst>
              <a:ext uri="{FF2B5EF4-FFF2-40B4-BE49-F238E27FC236}">
                <a16:creationId xmlns:a16="http://schemas.microsoft.com/office/drawing/2014/main" id="{0D23706E-7D8B-479D-5446-F2F3BBC21167}"/>
              </a:ext>
            </a:extLst>
          </p:cNvPr>
          <p:cNvSpPr/>
          <p:nvPr/>
        </p:nvSpPr>
        <p:spPr>
          <a:xfrm>
            <a:off x="351429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2" name="Oval 1271">
            <a:extLst>
              <a:ext uri="{FF2B5EF4-FFF2-40B4-BE49-F238E27FC236}">
                <a16:creationId xmlns:a16="http://schemas.microsoft.com/office/drawing/2014/main" id="{E2CAE762-54E7-1249-1BC4-AFF3A78431CB}"/>
              </a:ext>
            </a:extLst>
          </p:cNvPr>
          <p:cNvSpPr/>
          <p:nvPr/>
        </p:nvSpPr>
        <p:spPr>
          <a:xfrm>
            <a:off x="349397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9" name="Oval 1258">
            <a:extLst>
              <a:ext uri="{FF2B5EF4-FFF2-40B4-BE49-F238E27FC236}">
                <a16:creationId xmlns:a16="http://schemas.microsoft.com/office/drawing/2014/main" id="{42F5B1F7-9150-AF6C-9B74-E1F993E47469}"/>
              </a:ext>
            </a:extLst>
          </p:cNvPr>
          <p:cNvSpPr/>
          <p:nvPr/>
        </p:nvSpPr>
        <p:spPr>
          <a:xfrm>
            <a:off x="3733358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5" name="Oval 1264">
            <a:extLst>
              <a:ext uri="{FF2B5EF4-FFF2-40B4-BE49-F238E27FC236}">
                <a16:creationId xmlns:a16="http://schemas.microsoft.com/office/drawing/2014/main" id="{5FB39CF9-CC72-1AE9-E58D-525AA6595D61}"/>
              </a:ext>
            </a:extLst>
          </p:cNvPr>
          <p:cNvSpPr/>
          <p:nvPr/>
        </p:nvSpPr>
        <p:spPr>
          <a:xfrm>
            <a:off x="361143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2" name="Oval 1251">
            <a:extLst>
              <a:ext uri="{FF2B5EF4-FFF2-40B4-BE49-F238E27FC236}">
                <a16:creationId xmlns:a16="http://schemas.microsoft.com/office/drawing/2014/main" id="{7313E915-DB96-6966-D395-CA5F4B170FAD}"/>
              </a:ext>
            </a:extLst>
          </p:cNvPr>
          <p:cNvSpPr/>
          <p:nvPr/>
        </p:nvSpPr>
        <p:spPr>
          <a:xfrm>
            <a:off x="385081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8" name="Oval 1257">
            <a:extLst>
              <a:ext uri="{FF2B5EF4-FFF2-40B4-BE49-F238E27FC236}">
                <a16:creationId xmlns:a16="http://schemas.microsoft.com/office/drawing/2014/main" id="{C597C189-0178-FD43-2AD0-7D92DFB0CB45}"/>
              </a:ext>
            </a:extLst>
          </p:cNvPr>
          <p:cNvSpPr/>
          <p:nvPr/>
        </p:nvSpPr>
        <p:spPr>
          <a:xfrm>
            <a:off x="372889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5" name="Oval 1244">
            <a:extLst>
              <a:ext uri="{FF2B5EF4-FFF2-40B4-BE49-F238E27FC236}">
                <a16:creationId xmlns:a16="http://schemas.microsoft.com/office/drawing/2014/main" id="{AE96C2EE-5F2F-5155-05EF-EB379908F232}"/>
              </a:ext>
            </a:extLst>
          </p:cNvPr>
          <p:cNvSpPr/>
          <p:nvPr/>
        </p:nvSpPr>
        <p:spPr>
          <a:xfrm>
            <a:off x="3968276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1" name="Oval 1250">
            <a:extLst>
              <a:ext uri="{FF2B5EF4-FFF2-40B4-BE49-F238E27FC236}">
                <a16:creationId xmlns:a16="http://schemas.microsoft.com/office/drawing/2014/main" id="{25668259-99CF-9469-3982-EB07DD021B56}"/>
              </a:ext>
            </a:extLst>
          </p:cNvPr>
          <p:cNvSpPr/>
          <p:nvPr/>
        </p:nvSpPr>
        <p:spPr>
          <a:xfrm>
            <a:off x="384635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39" name="Oval 1238">
            <a:extLst>
              <a:ext uri="{FF2B5EF4-FFF2-40B4-BE49-F238E27FC236}">
                <a16:creationId xmlns:a16="http://schemas.microsoft.com/office/drawing/2014/main" id="{AD4740B8-08D2-BE6C-A3A3-FDD7C3F13794}"/>
              </a:ext>
            </a:extLst>
          </p:cNvPr>
          <p:cNvSpPr/>
          <p:nvPr/>
        </p:nvSpPr>
        <p:spPr>
          <a:xfrm>
            <a:off x="4065414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0" name="Oval 1239">
            <a:extLst>
              <a:ext uri="{FF2B5EF4-FFF2-40B4-BE49-F238E27FC236}">
                <a16:creationId xmlns:a16="http://schemas.microsoft.com/office/drawing/2014/main" id="{9B270921-2974-08D1-6022-8D87B150A247}"/>
              </a:ext>
            </a:extLst>
          </p:cNvPr>
          <p:cNvSpPr/>
          <p:nvPr/>
        </p:nvSpPr>
        <p:spPr>
          <a:xfrm>
            <a:off x="4045094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1" name="Oval 1240">
            <a:extLst>
              <a:ext uri="{FF2B5EF4-FFF2-40B4-BE49-F238E27FC236}">
                <a16:creationId xmlns:a16="http://schemas.microsoft.com/office/drawing/2014/main" id="{D9FB8165-3BB8-673F-410F-175F2B7B2CF1}"/>
              </a:ext>
            </a:extLst>
          </p:cNvPr>
          <p:cNvSpPr/>
          <p:nvPr/>
        </p:nvSpPr>
        <p:spPr>
          <a:xfrm>
            <a:off x="4024774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2" name="Oval 1241">
            <a:extLst>
              <a:ext uri="{FF2B5EF4-FFF2-40B4-BE49-F238E27FC236}">
                <a16:creationId xmlns:a16="http://schemas.microsoft.com/office/drawing/2014/main" id="{945793F6-2483-8BBD-1438-CF7132096F7D}"/>
              </a:ext>
            </a:extLst>
          </p:cNvPr>
          <p:cNvSpPr/>
          <p:nvPr/>
        </p:nvSpPr>
        <p:spPr>
          <a:xfrm>
            <a:off x="4004454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3" name="Oval 1242">
            <a:extLst>
              <a:ext uri="{FF2B5EF4-FFF2-40B4-BE49-F238E27FC236}">
                <a16:creationId xmlns:a16="http://schemas.microsoft.com/office/drawing/2014/main" id="{374AE39C-89C9-4E9A-4C96-4DB6835F3CC5}"/>
              </a:ext>
            </a:extLst>
          </p:cNvPr>
          <p:cNvSpPr/>
          <p:nvPr/>
        </p:nvSpPr>
        <p:spPr>
          <a:xfrm>
            <a:off x="398413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7" name="Oval 1306">
            <a:extLst>
              <a:ext uri="{FF2B5EF4-FFF2-40B4-BE49-F238E27FC236}">
                <a16:creationId xmlns:a16="http://schemas.microsoft.com/office/drawing/2014/main" id="{1F448254-E29A-D159-93D4-F9F0FF650043}"/>
              </a:ext>
            </a:extLst>
          </p:cNvPr>
          <p:cNvSpPr/>
          <p:nvPr/>
        </p:nvSpPr>
        <p:spPr>
          <a:xfrm>
            <a:off x="443858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8" name="Oval 1307">
            <a:extLst>
              <a:ext uri="{FF2B5EF4-FFF2-40B4-BE49-F238E27FC236}">
                <a16:creationId xmlns:a16="http://schemas.microsoft.com/office/drawing/2014/main" id="{2D5A982C-4FEA-FF7A-167B-0D1EB8E0259F}"/>
              </a:ext>
            </a:extLst>
          </p:cNvPr>
          <p:cNvSpPr/>
          <p:nvPr/>
        </p:nvSpPr>
        <p:spPr>
          <a:xfrm>
            <a:off x="441826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9" name="Oval 1308">
            <a:extLst>
              <a:ext uri="{FF2B5EF4-FFF2-40B4-BE49-F238E27FC236}">
                <a16:creationId xmlns:a16="http://schemas.microsoft.com/office/drawing/2014/main" id="{10E71106-D119-8510-34D8-DCA8EEC5B6F7}"/>
              </a:ext>
            </a:extLst>
          </p:cNvPr>
          <p:cNvSpPr/>
          <p:nvPr/>
        </p:nvSpPr>
        <p:spPr>
          <a:xfrm>
            <a:off x="439794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10" name="Oval 1309">
            <a:extLst>
              <a:ext uri="{FF2B5EF4-FFF2-40B4-BE49-F238E27FC236}">
                <a16:creationId xmlns:a16="http://schemas.microsoft.com/office/drawing/2014/main" id="{20CFDD10-E720-61DE-AC9B-9C91CB7E8AB2}"/>
              </a:ext>
            </a:extLst>
          </p:cNvPr>
          <p:cNvSpPr/>
          <p:nvPr/>
        </p:nvSpPr>
        <p:spPr>
          <a:xfrm>
            <a:off x="437762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11" name="Oval 1310">
            <a:extLst>
              <a:ext uri="{FF2B5EF4-FFF2-40B4-BE49-F238E27FC236}">
                <a16:creationId xmlns:a16="http://schemas.microsoft.com/office/drawing/2014/main" id="{73307193-33F0-81CB-916E-45A74C10C80C}"/>
              </a:ext>
            </a:extLst>
          </p:cNvPr>
          <p:cNvSpPr/>
          <p:nvPr/>
        </p:nvSpPr>
        <p:spPr>
          <a:xfrm>
            <a:off x="435730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12" name="Oval 1311">
            <a:extLst>
              <a:ext uri="{FF2B5EF4-FFF2-40B4-BE49-F238E27FC236}">
                <a16:creationId xmlns:a16="http://schemas.microsoft.com/office/drawing/2014/main" id="{8EC2D53B-A7C8-DE14-B3E9-2DD41750C97B}"/>
              </a:ext>
            </a:extLst>
          </p:cNvPr>
          <p:cNvSpPr/>
          <p:nvPr/>
        </p:nvSpPr>
        <p:spPr>
          <a:xfrm>
            <a:off x="433698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13" name="Oval 1312">
            <a:extLst>
              <a:ext uri="{FF2B5EF4-FFF2-40B4-BE49-F238E27FC236}">
                <a16:creationId xmlns:a16="http://schemas.microsoft.com/office/drawing/2014/main" id="{9BBBCB4E-2223-8812-7076-BC277A086C92}"/>
              </a:ext>
            </a:extLst>
          </p:cNvPr>
          <p:cNvSpPr/>
          <p:nvPr/>
        </p:nvSpPr>
        <p:spPr>
          <a:xfrm>
            <a:off x="431666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0" name="Oval 1299">
            <a:extLst>
              <a:ext uri="{FF2B5EF4-FFF2-40B4-BE49-F238E27FC236}">
                <a16:creationId xmlns:a16="http://schemas.microsoft.com/office/drawing/2014/main" id="{E327C40E-18C0-32E7-BB33-9AB222874D2E}"/>
              </a:ext>
            </a:extLst>
          </p:cNvPr>
          <p:cNvSpPr/>
          <p:nvPr/>
        </p:nvSpPr>
        <p:spPr>
          <a:xfrm>
            <a:off x="4556048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3" name="Oval 1302">
            <a:extLst>
              <a:ext uri="{FF2B5EF4-FFF2-40B4-BE49-F238E27FC236}">
                <a16:creationId xmlns:a16="http://schemas.microsoft.com/office/drawing/2014/main" id="{5EF771FA-B4DF-4B8B-07A6-1C83B270296A}"/>
              </a:ext>
            </a:extLst>
          </p:cNvPr>
          <p:cNvSpPr/>
          <p:nvPr/>
        </p:nvSpPr>
        <p:spPr>
          <a:xfrm>
            <a:off x="4495088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6" name="Oval 1305">
            <a:extLst>
              <a:ext uri="{FF2B5EF4-FFF2-40B4-BE49-F238E27FC236}">
                <a16:creationId xmlns:a16="http://schemas.microsoft.com/office/drawing/2014/main" id="{E306A9E0-E625-6B42-F39A-EDFE0764C663}"/>
              </a:ext>
            </a:extLst>
          </p:cNvPr>
          <p:cNvSpPr/>
          <p:nvPr/>
        </p:nvSpPr>
        <p:spPr>
          <a:xfrm>
            <a:off x="443412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93" name="Oval 1292">
            <a:extLst>
              <a:ext uri="{FF2B5EF4-FFF2-40B4-BE49-F238E27FC236}">
                <a16:creationId xmlns:a16="http://schemas.microsoft.com/office/drawing/2014/main" id="{898B4963-2746-ECDD-5E72-6287AAD2C086}"/>
              </a:ext>
            </a:extLst>
          </p:cNvPr>
          <p:cNvSpPr/>
          <p:nvPr/>
        </p:nvSpPr>
        <p:spPr>
          <a:xfrm>
            <a:off x="467350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96" name="Oval 1295">
            <a:extLst>
              <a:ext uri="{FF2B5EF4-FFF2-40B4-BE49-F238E27FC236}">
                <a16:creationId xmlns:a16="http://schemas.microsoft.com/office/drawing/2014/main" id="{12F215E3-777C-B157-2EE1-DDE20213D087}"/>
              </a:ext>
            </a:extLst>
          </p:cNvPr>
          <p:cNvSpPr/>
          <p:nvPr/>
        </p:nvSpPr>
        <p:spPr>
          <a:xfrm>
            <a:off x="4612547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99" name="Oval 1298">
            <a:extLst>
              <a:ext uri="{FF2B5EF4-FFF2-40B4-BE49-F238E27FC236}">
                <a16:creationId xmlns:a16="http://schemas.microsoft.com/office/drawing/2014/main" id="{8F29E3C5-2CC6-7F86-9B05-ECC42E917C93}"/>
              </a:ext>
            </a:extLst>
          </p:cNvPr>
          <p:cNvSpPr/>
          <p:nvPr/>
        </p:nvSpPr>
        <p:spPr>
          <a:xfrm>
            <a:off x="455158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86" name="Oval 1285">
            <a:extLst>
              <a:ext uri="{FF2B5EF4-FFF2-40B4-BE49-F238E27FC236}">
                <a16:creationId xmlns:a16="http://schemas.microsoft.com/office/drawing/2014/main" id="{33637858-4B21-71E8-7380-EB5BEC3310FF}"/>
              </a:ext>
            </a:extLst>
          </p:cNvPr>
          <p:cNvSpPr/>
          <p:nvPr/>
        </p:nvSpPr>
        <p:spPr>
          <a:xfrm>
            <a:off x="4790966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89" name="Oval 1288">
            <a:extLst>
              <a:ext uri="{FF2B5EF4-FFF2-40B4-BE49-F238E27FC236}">
                <a16:creationId xmlns:a16="http://schemas.microsoft.com/office/drawing/2014/main" id="{43418774-5816-FBE4-517F-5B3916D512D1}"/>
              </a:ext>
            </a:extLst>
          </p:cNvPr>
          <p:cNvSpPr/>
          <p:nvPr/>
        </p:nvSpPr>
        <p:spPr>
          <a:xfrm>
            <a:off x="4730006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92" name="Oval 1291">
            <a:extLst>
              <a:ext uri="{FF2B5EF4-FFF2-40B4-BE49-F238E27FC236}">
                <a16:creationId xmlns:a16="http://schemas.microsoft.com/office/drawing/2014/main" id="{25950EF2-6E28-45CB-8C34-C2AC53A2C225}"/>
              </a:ext>
            </a:extLst>
          </p:cNvPr>
          <p:cNvSpPr/>
          <p:nvPr/>
        </p:nvSpPr>
        <p:spPr>
          <a:xfrm>
            <a:off x="466904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9" name="Oval 1278">
            <a:extLst>
              <a:ext uri="{FF2B5EF4-FFF2-40B4-BE49-F238E27FC236}">
                <a16:creationId xmlns:a16="http://schemas.microsoft.com/office/drawing/2014/main" id="{0FD4D88C-0409-773F-511D-72B0C46F0B32}"/>
              </a:ext>
            </a:extLst>
          </p:cNvPr>
          <p:cNvSpPr/>
          <p:nvPr/>
        </p:nvSpPr>
        <p:spPr>
          <a:xfrm>
            <a:off x="4908424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85" name="Oval 1284">
            <a:extLst>
              <a:ext uri="{FF2B5EF4-FFF2-40B4-BE49-F238E27FC236}">
                <a16:creationId xmlns:a16="http://schemas.microsoft.com/office/drawing/2014/main" id="{56E7E6F2-0284-CEE4-A589-FD94860D43A8}"/>
              </a:ext>
            </a:extLst>
          </p:cNvPr>
          <p:cNvSpPr/>
          <p:nvPr/>
        </p:nvSpPr>
        <p:spPr>
          <a:xfrm>
            <a:off x="4786504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48" name="Oval 1347">
            <a:extLst>
              <a:ext uri="{FF2B5EF4-FFF2-40B4-BE49-F238E27FC236}">
                <a16:creationId xmlns:a16="http://schemas.microsoft.com/office/drawing/2014/main" id="{4860A5B4-04F4-4757-0AE0-A675E770DC64}"/>
              </a:ext>
            </a:extLst>
          </p:cNvPr>
          <p:cNvSpPr/>
          <p:nvPr/>
        </p:nvSpPr>
        <p:spPr>
          <a:xfrm>
            <a:off x="526127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49" name="Oval 1348">
            <a:extLst>
              <a:ext uri="{FF2B5EF4-FFF2-40B4-BE49-F238E27FC236}">
                <a16:creationId xmlns:a16="http://schemas.microsoft.com/office/drawing/2014/main" id="{20A9D449-DDE6-BCAA-7B54-3A5FC7514366}"/>
              </a:ext>
            </a:extLst>
          </p:cNvPr>
          <p:cNvSpPr/>
          <p:nvPr/>
        </p:nvSpPr>
        <p:spPr>
          <a:xfrm>
            <a:off x="524095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0" name="Oval 1349">
            <a:extLst>
              <a:ext uri="{FF2B5EF4-FFF2-40B4-BE49-F238E27FC236}">
                <a16:creationId xmlns:a16="http://schemas.microsoft.com/office/drawing/2014/main" id="{62B7EE12-13E5-14A9-589C-A8208DD9A7E6}"/>
              </a:ext>
            </a:extLst>
          </p:cNvPr>
          <p:cNvSpPr/>
          <p:nvPr/>
        </p:nvSpPr>
        <p:spPr>
          <a:xfrm>
            <a:off x="522063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1" name="Oval 1350">
            <a:extLst>
              <a:ext uri="{FF2B5EF4-FFF2-40B4-BE49-F238E27FC236}">
                <a16:creationId xmlns:a16="http://schemas.microsoft.com/office/drawing/2014/main" id="{58545F19-0764-38CA-27E8-C89DE4D07966}"/>
              </a:ext>
            </a:extLst>
          </p:cNvPr>
          <p:cNvSpPr/>
          <p:nvPr/>
        </p:nvSpPr>
        <p:spPr>
          <a:xfrm>
            <a:off x="520031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2" name="Oval 1351">
            <a:extLst>
              <a:ext uri="{FF2B5EF4-FFF2-40B4-BE49-F238E27FC236}">
                <a16:creationId xmlns:a16="http://schemas.microsoft.com/office/drawing/2014/main" id="{6C0A35AE-0598-D3E7-A317-27C29072F29C}"/>
              </a:ext>
            </a:extLst>
          </p:cNvPr>
          <p:cNvSpPr/>
          <p:nvPr/>
        </p:nvSpPr>
        <p:spPr>
          <a:xfrm>
            <a:off x="517999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3" name="Oval 1352">
            <a:extLst>
              <a:ext uri="{FF2B5EF4-FFF2-40B4-BE49-F238E27FC236}">
                <a16:creationId xmlns:a16="http://schemas.microsoft.com/office/drawing/2014/main" id="{693CD7A4-79D6-1890-9AD2-DEA87B7D519B}"/>
              </a:ext>
            </a:extLst>
          </p:cNvPr>
          <p:cNvSpPr/>
          <p:nvPr/>
        </p:nvSpPr>
        <p:spPr>
          <a:xfrm>
            <a:off x="515967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4" name="Oval 1353">
            <a:extLst>
              <a:ext uri="{FF2B5EF4-FFF2-40B4-BE49-F238E27FC236}">
                <a16:creationId xmlns:a16="http://schemas.microsoft.com/office/drawing/2014/main" id="{1836CF29-14FC-7387-7FE0-7B5E06C61CF2}"/>
              </a:ext>
            </a:extLst>
          </p:cNvPr>
          <p:cNvSpPr/>
          <p:nvPr/>
        </p:nvSpPr>
        <p:spPr>
          <a:xfrm>
            <a:off x="513935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41" name="Oval 1340">
            <a:extLst>
              <a:ext uri="{FF2B5EF4-FFF2-40B4-BE49-F238E27FC236}">
                <a16:creationId xmlns:a16="http://schemas.microsoft.com/office/drawing/2014/main" id="{C487E0AC-E613-513A-302E-2979450E7A88}"/>
              </a:ext>
            </a:extLst>
          </p:cNvPr>
          <p:cNvSpPr/>
          <p:nvPr/>
        </p:nvSpPr>
        <p:spPr>
          <a:xfrm>
            <a:off x="5378738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44" name="Oval 1343">
            <a:extLst>
              <a:ext uri="{FF2B5EF4-FFF2-40B4-BE49-F238E27FC236}">
                <a16:creationId xmlns:a16="http://schemas.microsoft.com/office/drawing/2014/main" id="{2F89A84D-52D3-8250-AD5D-AC89B0009D7C}"/>
              </a:ext>
            </a:extLst>
          </p:cNvPr>
          <p:cNvSpPr/>
          <p:nvPr/>
        </p:nvSpPr>
        <p:spPr>
          <a:xfrm>
            <a:off x="5317778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34" name="Oval 1333">
            <a:extLst>
              <a:ext uri="{FF2B5EF4-FFF2-40B4-BE49-F238E27FC236}">
                <a16:creationId xmlns:a16="http://schemas.microsoft.com/office/drawing/2014/main" id="{DF30A61C-C66E-2165-084D-00C432872539}"/>
              </a:ext>
            </a:extLst>
          </p:cNvPr>
          <p:cNvSpPr/>
          <p:nvPr/>
        </p:nvSpPr>
        <p:spPr>
          <a:xfrm>
            <a:off x="549619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37" name="Oval 1336">
            <a:extLst>
              <a:ext uri="{FF2B5EF4-FFF2-40B4-BE49-F238E27FC236}">
                <a16:creationId xmlns:a16="http://schemas.microsoft.com/office/drawing/2014/main" id="{E330D1C1-5AB7-971B-461E-A44C9429BF0B}"/>
              </a:ext>
            </a:extLst>
          </p:cNvPr>
          <p:cNvSpPr/>
          <p:nvPr/>
        </p:nvSpPr>
        <p:spPr>
          <a:xfrm>
            <a:off x="5435237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27" name="Oval 1326">
            <a:extLst>
              <a:ext uri="{FF2B5EF4-FFF2-40B4-BE49-F238E27FC236}">
                <a16:creationId xmlns:a16="http://schemas.microsoft.com/office/drawing/2014/main" id="{69F4F69A-CA7B-3D71-EF85-EC1425957179}"/>
              </a:ext>
            </a:extLst>
          </p:cNvPr>
          <p:cNvSpPr/>
          <p:nvPr/>
        </p:nvSpPr>
        <p:spPr>
          <a:xfrm>
            <a:off x="5613656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30" name="Oval 1329">
            <a:extLst>
              <a:ext uri="{FF2B5EF4-FFF2-40B4-BE49-F238E27FC236}">
                <a16:creationId xmlns:a16="http://schemas.microsoft.com/office/drawing/2014/main" id="{7D7FB370-5381-52C7-6F16-DA8202D27D6E}"/>
              </a:ext>
            </a:extLst>
          </p:cNvPr>
          <p:cNvSpPr/>
          <p:nvPr/>
        </p:nvSpPr>
        <p:spPr>
          <a:xfrm>
            <a:off x="5552696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20" name="Oval 1319">
            <a:extLst>
              <a:ext uri="{FF2B5EF4-FFF2-40B4-BE49-F238E27FC236}">
                <a16:creationId xmlns:a16="http://schemas.microsoft.com/office/drawing/2014/main" id="{7403F5E1-A673-FC6F-F714-F6F191E0B158}"/>
              </a:ext>
            </a:extLst>
          </p:cNvPr>
          <p:cNvSpPr/>
          <p:nvPr/>
        </p:nvSpPr>
        <p:spPr>
          <a:xfrm>
            <a:off x="5731114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90" name="Oval 1389">
            <a:extLst>
              <a:ext uri="{FF2B5EF4-FFF2-40B4-BE49-F238E27FC236}">
                <a16:creationId xmlns:a16="http://schemas.microsoft.com/office/drawing/2014/main" id="{53ECF391-BE52-887A-1BA9-AD486FAA177B}"/>
              </a:ext>
            </a:extLst>
          </p:cNvPr>
          <p:cNvSpPr/>
          <p:nvPr/>
        </p:nvSpPr>
        <p:spPr>
          <a:xfrm>
            <a:off x="606364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91" name="Oval 1390">
            <a:extLst>
              <a:ext uri="{FF2B5EF4-FFF2-40B4-BE49-F238E27FC236}">
                <a16:creationId xmlns:a16="http://schemas.microsoft.com/office/drawing/2014/main" id="{C3A1EB8F-42F3-B95A-92ED-DE585FCD49B0}"/>
              </a:ext>
            </a:extLst>
          </p:cNvPr>
          <p:cNvSpPr/>
          <p:nvPr/>
        </p:nvSpPr>
        <p:spPr>
          <a:xfrm>
            <a:off x="604332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92" name="Oval 1391">
            <a:extLst>
              <a:ext uri="{FF2B5EF4-FFF2-40B4-BE49-F238E27FC236}">
                <a16:creationId xmlns:a16="http://schemas.microsoft.com/office/drawing/2014/main" id="{ABE41396-5EB8-9B9B-E4A6-678BE823209D}"/>
              </a:ext>
            </a:extLst>
          </p:cNvPr>
          <p:cNvSpPr/>
          <p:nvPr/>
        </p:nvSpPr>
        <p:spPr>
          <a:xfrm>
            <a:off x="602300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93" name="Oval 1392">
            <a:extLst>
              <a:ext uri="{FF2B5EF4-FFF2-40B4-BE49-F238E27FC236}">
                <a16:creationId xmlns:a16="http://schemas.microsoft.com/office/drawing/2014/main" id="{CFEF0757-5D0B-BDCE-C5D0-7D99A305E9E8}"/>
              </a:ext>
            </a:extLst>
          </p:cNvPr>
          <p:cNvSpPr/>
          <p:nvPr/>
        </p:nvSpPr>
        <p:spPr>
          <a:xfrm>
            <a:off x="600268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94" name="Oval 1393">
            <a:extLst>
              <a:ext uri="{FF2B5EF4-FFF2-40B4-BE49-F238E27FC236}">
                <a16:creationId xmlns:a16="http://schemas.microsoft.com/office/drawing/2014/main" id="{786CE572-F720-0680-2F15-AD31F642EEB9}"/>
              </a:ext>
            </a:extLst>
          </p:cNvPr>
          <p:cNvSpPr/>
          <p:nvPr/>
        </p:nvSpPr>
        <p:spPr>
          <a:xfrm>
            <a:off x="598236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82" name="Oval 1381">
            <a:extLst>
              <a:ext uri="{FF2B5EF4-FFF2-40B4-BE49-F238E27FC236}">
                <a16:creationId xmlns:a16="http://schemas.microsoft.com/office/drawing/2014/main" id="{2D335FA8-7316-EE0A-D034-24DF4B6D4912}"/>
              </a:ext>
            </a:extLst>
          </p:cNvPr>
          <p:cNvSpPr/>
          <p:nvPr/>
        </p:nvSpPr>
        <p:spPr>
          <a:xfrm>
            <a:off x="6201428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88" name="Oval 1387">
            <a:extLst>
              <a:ext uri="{FF2B5EF4-FFF2-40B4-BE49-F238E27FC236}">
                <a16:creationId xmlns:a16="http://schemas.microsoft.com/office/drawing/2014/main" id="{62A9045A-F5AB-9B97-B87F-BE634F9C80F9}"/>
              </a:ext>
            </a:extLst>
          </p:cNvPr>
          <p:cNvSpPr/>
          <p:nvPr/>
        </p:nvSpPr>
        <p:spPr>
          <a:xfrm>
            <a:off x="607950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75" name="Oval 1374">
            <a:extLst>
              <a:ext uri="{FF2B5EF4-FFF2-40B4-BE49-F238E27FC236}">
                <a16:creationId xmlns:a16="http://schemas.microsoft.com/office/drawing/2014/main" id="{5FDF3FCB-328C-8482-C514-F7FA796713CD}"/>
              </a:ext>
            </a:extLst>
          </p:cNvPr>
          <p:cNvSpPr/>
          <p:nvPr/>
        </p:nvSpPr>
        <p:spPr>
          <a:xfrm>
            <a:off x="631888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81" name="Oval 1380">
            <a:extLst>
              <a:ext uri="{FF2B5EF4-FFF2-40B4-BE49-F238E27FC236}">
                <a16:creationId xmlns:a16="http://schemas.microsoft.com/office/drawing/2014/main" id="{2156A49B-55D0-E241-A57F-D0BFF2BC66FD}"/>
              </a:ext>
            </a:extLst>
          </p:cNvPr>
          <p:cNvSpPr/>
          <p:nvPr/>
        </p:nvSpPr>
        <p:spPr>
          <a:xfrm>
            <a:off x="619696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68" name="Oval 1367">
            <a:extLst>
              <a:ext uri="{FF2B5EF4-FFF2-40B4-BE49-F238E27FC236}">
                <a16:creationId xmlns:a16="http://schemas.microsoft.com/office/drawing/2014/main" id="{D0EB58BE-BD28-9829-C878-174B4CB8B013}"/>
              </a:ext>
            </a:extLst>
          </p:cNvPr>
          <p:cNvSpPr/>
          <p:nvPr/>
        </p:nvSpPr>
        <p:spPr>
          <a:xfrm>
            <a:off x="6436346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72" name="Oval 1371">
            <a:extLst>
              <a:ext uri="{FF2B5EF4-FFF2-40B4-BE49-F238E27FC236}">
                <a16:creationId xmlns:a16="http://schemas.microsoft.com/office/drawing/2014/main" id="{457021C1-5E9D-C6D4-DA70-267C4964D58D}"/>
              </a:ext>
            </a:extLst>
          </p:cNvPr>
          <p:cNvSpPr/>
          <p:nvPr/>
        </p:nvSpPr>
        <p:spPr>
          <a:xfrm>
            <a:off x="6355066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74" name="Oval 1373">
            <a:extLst>
              <a:ext uri="{FF2B5EF4-FFF2-40B4-BE49-F238E27FC236}">
                <a16:creationId xmlns:a16="http://schemas.microsoft.com/office/drawing/2014/main" id="{397F28C9-D056-A4DE-01D6-41A36639905A}"/>
              </a:ext>
            </a:extLst>
          </p:cNvPr>
          <p:cNvSpPr/>
          <p:nvPr/>
        </p:nvSpPr>
        <p:spPr>
          <a:xfrm>
            <a:off x="631442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62" name="Oval 1361">
            <a:extLst>
              <a:ext uri="{FF2B5EF4-FFF2-40B4-BE49-F238E27FC236}">
                <a16:creationId xmlns:a16="http://schemas.microsoft.com/office/drawing/2014/main" id="{A759EEFC-1D23-2443-12CA-1F03ADECCDAB}"/>
              </a:ext>
            </a:extLst>
          </p:cNvPr>
          <p:cNvSpPr/>
          <p:nvPr/>
        </p:nvSpPr>
        <p:spPr>
          <a:xfrm>
            <a:off x="6533484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65" name="Oval 1364">
            <a:extLst>
              <a:ext uri="{FF2B5EF4-FFF2-40B4-BE49-F238E27FC236}">
                <a16:creationId xmlns:a16="http://schemas.microsoft.com/office/drawing/2014/main" id="{BA7B45A2-75E3-C910-9332-212C374CF807}"/>
              </a:ext>
            </a:extLst>
          </p:cNvPr>
          <p:cNvSpPr/>
          <p:nvPr/>
        </p:nvSpPr>
        <p:spPr>
          <a:xfrm>
            <a:off x="6472524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66" name="Oval 1365">
            <a:extLst>
              <a:ext uri="{FF2B5EF4-FFF2-40B4-BE49-F238E27FC236}">
                <a16:creationId xmlns:a16="http://schemas.microsoft.com/office/drawing/2014/main" id="{E6CE2A2B-E2F3-FBC1-B2F7-F3BE86866083}"/>
              </a:ext>
            </a:extLst>
          </p:cNvPr>
          <p:cNvSpPr/>
          <p:nvPr/>
        </p:nvSpPr>
        <p:spPr>
          <a:xfrm>
            <a:off x="645220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0" name="Oval 1429">
            <a:extLst>
              <a:ext uri="{FF2B5EF4-FFF2-40B4-BE49-F238E27FC236}">
                <a16:creationId xmlns:a16="http://schemas.microsoft.com/office/drawing/2014/main" id="{0B026FCA-5699-BB99-5D50-3D87033B5732}"/>
              </a:ext>
            </a:extLst>
          </p:cNvPr>
          <p:cNvSpPr/>
          <p:nvPr/>
        </p:nvSpPr>
        <p:spPr>
          <a:xfrm>
            <a:off x="690665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1" name="Oval 1430">
            <a:extLst>
              <a:ext uri="{FF2B5EF4-FFF2-40B4-BE49-F238E27FC236}">
                <a16:creationId xmlns:a16="http://schemas.microsoft.com/office/drawing/2014/main" id="{47A7D9D6-7F23-75B2-EDA8-AAEC47F597C6}"/>
              </a:ext>
            </a:extLst>
          </p:cNvPr>
          <p:cNvSpPr/>
          <p:nvPr/>
        </p:nvSpPr>
        <p:spPr>
          <a:xfrm>
            <a:off x="688633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2" name="Oval 1431">
            <a:extLst>
              <a:ext uri="{FF2B5EF4-FFF2-40B4-BE49-F238E27FC236}">
                <a16:creationId xmlns:a16="http://schemas.microsoft.com/office/drawing/2014/main" id="{F68BB1A6-A877-F702-8C59-AF4BF822B964}"/>
              </a:ext>
            </a:extLst>
          </p:cNvPr>
          <p:cNvSpPr/>
          <p:nvPr/>
        </p:nvSpPr>
        <p:spPr>
          <a:xfrm>
            <a:off x="686601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3" name="Oval 1432">
            <a:extLst>
              <a:ext uri="{FF2B5EF4-FFF2-40B4-BE49-F238E27FC236}">
                <a16:creationId xmlns:a16="http://schemas.microsoft.com/office/drawing/2014/main" id="{EACA520B-6818-9461-71FA-A161524E32CB}"/>
              </a:ext>
            </a:extLst>
          </p:cNvPr>
          <p:cNvSpPr/>
          <p:nvPr/>
        </p:nvSpPr>
        <p:spPr>
          <a:xfrm>
            <a:off x="684569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4" name="Oval 1433">
            <a:extLst>
              <a:ext uri="{FF2B5EF4-FFF2-40B4-BE49-F238E27FC236}">
                <a16:creationId xmlns:a16="http://schemas.microsoft.com/office/drawing/2014/main" id="{972A910C-C947-6462-3BEE-015EBBB69902}"/>
              </a:ext>
            </a:extLst>
          </p:cNvPr>
          <p:cNvSpPr/>
          <p:nvPr/>
        </p:nvSpPr>
        <p:spPr>
          <a:xfrm>
            <a:off x="682537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5" name="Oval 1434">
            <a:extLst>
              <a:ext uri="{FF2B5EF4-FFF2-40B4-BE49-F238E27FC236}">
                <a16:creationId xmlns:a16="http://schemas.microsoft.com/office/drawing/2014/main" id="{31BFAAC4-6591-78DE-4531-7DF7FC2B12DF}"/>
              </a:ext>
            </a:extLst>
          </p:cNvPr>
          <p:cNvSpPr/>
          <p:nvPr/>
        </p:nvSpPr>
        <p:spPr>
          <a:xfrm>
            <a:off x="680505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6" name="Oval 1435">
            <a:extLst>
              <a:ext uri="{FF2B5EF4-FFF2-40B4-BE49-F238E27FC236}">
                <a16:creationId xmlns:a16="http://schemas.microsoft.com/office/drawing/2014/main" id="{85A38B5B-F322-3C34-5170-ACD1ACB172B8}"/>
              </a:ext>
            </a:extLst>
          </p:cNvPr>
          <p:cNvSpPr/>
          <p:nvPr/>
        </p:nvSpPr>
        <p:spPr>
          <a:xfrm>
            <a:off x="678473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26" name="Oval 1425">
            <a:extLst>
              <a:ext uri="{FF2B5EF4-FFF2-40B4-BE49-F238E27FC236}">
                <a16:creationId xmlns:a16="http://schemas.microsoft.com/office/drawing/2014/main" id="{C0364FE0-1C6F-B90F-1C75-7B3B09106F61}"/>
              </a:ext>
            </a:extLst>
          </p:cNvPr>
          <p:cNvSpPr/>
          <p:nvPr/>
        </p:nvSpPr>
        <p:spPr>
          <a:xfrm>
            <a:off x="6963158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19" name="Oval 1418">
            <a:extLst>
              <a:ext uri="{FF2B5EF4-FFF2-40B4-BE49-F238E27FC236}">
                <a16:creationId xmlns:a16="http://schemas.microsoft.com/office/drawing/2014/main" id="{388B4CE5-F359-81E2-5969-4C766A1E96DE}"/>
              </a:ext>
            </a:extLst>
          </p:cNvPr>
          <p:cNvSpPr/>
          <p:nvPr/>
        </p:nvSpPr>
        <p:spPr>
          <a:xfrm>
            <a:off x="7080617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12" name="Oval 1411">
            <a:extLst>
              <a:ext uri="{FF2B5EF4-FFF2-40B4-BE49-F238E27FC236}">
                <a16:creationId xmlns:a16="http://schemas.microsoft.com/office/drawing/2014/main" id="{7B4CE0B0-E466-201D-1E29-D4BE1E5AC046}"/>
              </a:ext>
            </a:extLst>
          </p:cNvPr>
          <p:cNvSpPr/>
          <p:nvPr/>
        </p:nvSpPr>
        <p:spPr>
          <a:xfrm>
            <a:off x="7198076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2" name="Oval 1401">
            <a:extLst>
              <a:ext uri="{FF2B5EF4-FFF2-40B4-BE49-F238E27FC236}">
                <a16:creationId xmlns:a16="http://schemas.microsoft.com/office/drawing/2014/main" id="{D7A46344-D357-95AE-8FE1-6A0F468D535A}"/>
              </a:ext>
            </a:extLst>
          </p:cNvPr>
          <p:cNvSpPr/>
          <p:nvPr/>
        </p:nvSpPr>
        <p:spPr>
          <a:xfrm>
            <a:off x="7376494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3" name="Oval 1402">
            <a:extLst>
              <a:ext uri="{FF2B5EF4-FFF2-40B4-BE49-F238E27FC236}">
                <a16:creationId xmlns:a16="http://schemas.microsoft.com/office/drawing/2014/main" id="{897942BE-659E-65C6-18AB-952CF3427339}"/>
              </a:ext>
            </a:extLst>
          </p:cNvPr>
          <p:cNvSpPr/>
          <p:nvPr/>
        </p:nvSpPr>
        <p:spPr>
          <a:xfrm>
            <a:off x="7356174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4" name="Oval 1403">
            <a:extLst>
              <a:ext uri="{FF2B5EF4-FFF2-40B4-BE49-F238E27FC236}">
                <a16:creationId xmlns:a16="http://schemas.microsoft.com/office/drawing/2014/main" id="{90374323-FC32-3BB7-EFB1-D4EBD92F6B69}"/>
              </a:ext>
            </a:extLst>
          </p:cNvPr>
          <p:cNvSpPr/>
          <p:nvPr/>
        </p:nvSpPr>
        <p:spPr>
          <a:xfrm>
            <a:off x="7335854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5" name="Oval 1404">
            <a:extLst>
              <a:ext uri="{FF2B5EF4-FFF2-40B4-BE49-F238E27FC236}">
                <a16:creationId xmlns:a16="http://schemas.microsoft.com/office/drawing/2014/main" id="{34E2D93D-2EDB-A54B-500A-0147CBABA39D}"/>
              </a:ext>
            </a:extLst>
          </p:cNvPr>
          <p:cNvSpPr/>
          <p:nvPr/>
        </p:nvSpPr>
        <p:spPr>
          <a:xfrm>
            <a:off x="7315534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6" name="Oval 1405">
            <a:extLst>
              <a:ext uri="{FF2B5EF4-FFF2-40B4-BE49-F238E27FC236}">
                <a16:creationId xmlns:a16="http://schemas.microsoft.com/office/drawing/2014/main" id="{F88DB32A-A762-4A13-A1C9-98053B6BDA01}"/>
              </a:ext>
            </a:extLst>
          </p:cNvPr>
          <p:cNvSpPr/>
          <p:nvPr/>
        </p:nvSpPr>
        <p:spPr>
          <a:xfrm>
            <a:off x="7295214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7" name="Oval 1406">
            <a:extLst>
              <a:ext uri="{FF2B5EF4-FFF2-40B4-BE49-F238E27FC236}">
                <a16:creationId xmlns:a16="http://schemas.microsoft.com/office/drawing/2014/main" id="{9E7D1063-2E8F-078C-F523-BDAD5E09B86B}"/>
              </a:ext>
            </a:extLst>
          </p:cNvPr>
          <p:cNvSpPr/>
          <p:nvPr/>
        </p:nvSpPr>
        <p:spPr>
          <a:xfrm>
            <a:off x="727489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8" name="Oval 1407">
            <a:extLst>
              <a:ext uri="{FF2B5EF4-FFF2-40B4-BE49-F238E27FC236}">
                <a16:creationId xmlns:a16="http://schemas.microsoft.com/office/drawing/2014/main" id="{563B5784-74A2-01D3-390E-08CEA796384A}"/>
              </a:ext>
            </a:extLst>
          </p:cNvPr>
          <p:cNvSpPr/>
          <p:nvPr/>
        </p:nvSpPr>
        <p:spPr>
          <a:xfrm>
            <a:off x="7254574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71" name="Oval 1470">
            <a:extLst>
              <a:ext uri="{FF2B5EF4-FFF2-40B4-BE49-F238E27FC236}">
                <a16:creationId xmlns:a16="http://schemas.microsoft.com/office/drawing/2014/main" id="{A1947A0E-9889-85FB-FB8F-05E743C31699}"/>
              </a:ext>
            </a:extLst>
          </p:cNvPr>
          <p:cNvSpPr/>
          <p:nvPr/>
        </p:nvSpPr>
        <p:spPr>
          <a:xfrm>
            <a:off x="772934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77" name="Oval 1476">
            <a:extLst>
              <a:ext uri="{FF2B5EF4-FFF2-40B4-BE49-F238E27FC236}">
                <a16:creationId xmlns:a16="http://schemas.microsoft.com/office/drawing/2014/main" id="{C78A4D1D-3867-7694-4BC9-67EF51D01E13}"/>
              </a:ext>
            </a:extLst>
          </p:cNvPr>
          <p:cNvSpPr/>
          <p:nvPr/>
        </p:nvSpPr>
        <p:spPr>
          <a:xfrm>
            <a:off x="760742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64" name="Oval 1463">
            <a:extLst>
              <a:ext uri="{FF2B5EF4-FFF2-40B4-BE49-F238E27FC236}">
                <a16:creationId xmlns:a16="http://schemas.microsoft.com/office/drawing/2014/main" id="{17BD2C7B-F8F4-9641-3A57-B4A040EC8276}"/>
              </a:ext>
            </a:extLst>
          </p:cNvPr>
          <p:cNvSpPr/>
          <p:nvPr/>
        </p:nvSpPr>
        <p:spPr>
          <a:xfrm>
            <a:off x="7846808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70" name="Oval 1469">
            <a:extLst>
              <a:ext uri="{FF2B5EF4-FFF2-40B4-BE49-F238E27FC236}">
                <a16:creationId xmlns:a16="http://schemas.microsoft.com/office/drawing/2014/main" id="{83958F12-5D00-3F4C-0235-C31EDD76B8A2}"/>
              </a:ext>
            </a:extLst>
          </p:cNvPr>
          <p:cNvSpPr/>
          <p:nvPr/>
        </p:nvSpPr>
        <p:spPr>
          <a:xfrm>
            <a:off x="772488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57" name="Oval 1456">
            <a:extLst>
              <a:ext uri="{FF2B5EF4-FFF2-40B4-BE49-F238E27FC236}">
                <a16:creationId xmlns:a16="http://schemas.microsoft.com/office/drawing/2014/main" id="{023DCB1C-9E15-A643-C94A-E89229FF6A1B}"/>
              </a:ext>
            </a:extLst>
          </p:cNvPr>
          <p:cNvSpPr/>
          <p:nvPr/>
        </p:nvSpPr>
        <p:spPr>
          <a:xfrm>
            <a:off x="796426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58" name="Oval 1457">
            <a:extLst>
              <a:ext uri="{FF2B5EF4-FFF2-40B4-BE49-F238E27FC236}">
                <a16:creationId xmlns:a16="http://schemas.microsoft.com/office/drawing/2014/main" id="{AEFD7273-3D87-13AC-D7B0-0F5BDB8FF940}"/>
              </a:ext>
            </a:extLst>
          </p:cNvPr>
          <p:cNvSpPr/>
          <p:nvPr/>
        </p:nvSpPr>
        <p:spPr>
          <a:xfrm>
            <a:off x="7943947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59" name="Oval 1458">
            <a:extLst>
              <a:ext uri="{FF2B5EF4-FFF2-40B4-BE49-F238E27FC236}">
                <a16:creationId xmlns:a16="http://schemas.microsoft.com/office/drawing/2014/main" id="{3C54DC99-1944-AC0B-6778-520D0839F61C}"/>
              </a:ext>
            </a:extLst>
          </p:cNvPr>
          <p:cNvSpPr/>
          <p:nvPr/>
        </p:nvSpPr>
        <p:spPr>
          <a:xfrm>
            <a:off x="7923627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1BC3F5BC-642F-5665-8EF9-12FBF8F433CF}"/>
              </a:ext>
            </a:extLst>
          </p:cNvPr>
          <p:cNvSpPr/>
          <p:nvPr/>
        </p:nvSpPr>
        <p:spPr>
          <a:xfrm>
            <a:off x="7903307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61" name="Oval 1460">
            <a:extLst>
              <a:ext uri="{FF2B5EF4-FFF2-40B4-BE49-F238E27FC236}">
                <a16:creationId xmlns:a16="http://schemas.microsoft.com/office/drawing/2014/main" id="{1650C017-C68E-DDEB-94F6-472B830679D0}"/>
              </a:ext>
            </a:extLst>
          </p:cNvPr>
          <p:cNvSpPr/>
          <p:nvPr/>
        </p:nvSpPr>
        <p:spPr>
          <a:xfrm>
            <a:off x="7882987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62" name="Oval 1461">
            <a:extLst>
              <a:ext uri="{FF2B5EF4-FFF2-40B4-BE49-F238E27FC236}">
                <a16:creationId xmlns:a16="http://schemas.microsoft.com/office/drawing/2014/main" id="{D0A3E00B-E55F-E4C0-86BF-FA0678AED089}"/>
              </a:ext>
            </a:extLst>
          </p:cNvPr>
          <p:cNvSpPr/>
          <p:nvPr/>
        </p:nvSpPr>
        <p:spPr>
          <a:xfrm>
            <a:off x="7862667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63" name="Oval 1462">
            <a:extLst>
              <a:ext uri="{FF2B5EF4-FFF2-40B4-BE49-F238E27FC236}">
                <a16:creationId xmlns:a16="http://schemas.microsoft.com/office/drawing/2014/main" id="{FB68CC23-D223-BBD2-3BE6-AA0E8E512E34}"/>
              </a:ext>
            </a:extLst>
          </p:cNvPr>
          <p:cNvSpPr/>
          <p:nvPr/>
        </p:nvSpPr>
        <p:spPr>
          <a:xfrm>
            <a:off x="784234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50" name="Oval 1449">
            <a:extLst>
              <a:ext uri="{FF2B5EF4-FFF2-40B4-BE49-F238E27FC236}">
                <a16:creationId xmlns:a16="http://schemas.microsoft.com/office/drawing/2014/main" id="{D6082D4B-C8FF-0AB9-6DA1-6FF0FD4B3906}"/>
              </a:ext>
            </a:extLst>
          </p:cNvPr>
          <p:cNvSpPr/>
          <p:nvPr/>
        </p:nvSpPr>
        <p:spPr>
          <a:xfrm>
            <a:off x="8081726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56" name="Oval 1455">
            <a:extLst>
              <a:ext uri="{FF2B5EF4-FFF2-40B4-BE49-F238E27FC236}">
                <a16:creationId xmlns:a16="http://schemas.microsoft.com/office/drawing/2014/main" id="{A0147322-EA76-9B84-DF23-9A9E55BC0CA2}"/>
              </a:ext>
            </a:extLst>
          </p:cNvPr>
          <p:cNvSpPr/>
          <p:nvPr/>
        </p:nvSpPr>
        <p:spPr>
          <a:xfrm>
            <a:off x="795980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43" name="Oval 1442">
            <a:extLst>
              <a:ext uri="{FF2B5EF4-FFF2-40B4-BE49-F238E27FC236}">
                <a16:creationId xmlns:a16="http://schemas.microsoft.com/office/drawing/2014/main" id="{AA534626-8E76-82DA-EF75-D174238F1F72}"/>
              </a:ext>
            </a:extLst>
          </p:cNvPr>
          <p:cNvSpPr/>
          <p:nvPr/>
        </p:nvSpPr>
        <p:spPr>
          <a:xfrm>
            <a:off x="8199184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49" name="Oval 1448">
            <a:extLst>
              <a:ext uri="{FF2B5EF4-FFF2-40B4-BE49-F238E27FC236}">
                <a16:creationId xmlns:a16="http://schemas.microsoft.com/office/drawing/2014/main" id="{D830F231-225D-184D-B09A-B31F1291AFC4}"/>
              </a:ext>
            </a:extLst>
          </p:cNvPr>
          <p:cNvSpPr/>
          <p:nvPr/>
        </p:nvSpPr>
        <p:spPr>
          <a:xfrm>
            <a:off x="8077264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17" name="Oval 1516">
            <a:extLst>
              <a:ext uri="{FF2B5EF4-FFF2-40B4-BE49-F238E27FC236}">
                <a16:creationId xmlns:a16="http://schemas.microsoft.com/office/drawing/2014/main" id="{D4C6A59E-898A-EA0B-817F-245745615DD5}"/>
              </a:ext>
            </a:extLst>
          </p:cNvPr>
          <p:cNvSpPr/>
          <p:nvPr/>
        </p:nvSpPr>
        <p:spPr>
          <a:xfrm>
            <a:off x="845043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11" name="Oval 1510">
            <a:extLst>
              <a:ext uri="{FF2B5EF4-FFF2-40B4-BE49-F238E27FC236}">
                <a16:creationId xmlns:a16="http://schemas.microsoft.com/office/drawing/2014/main" id="{CBCF2832-08D8-2CA8-EB49-AC6D8695A5B6}"/>
              </a:ext>
            </a:extLst>
          </p:cNvPr>
          <p:cNvSpPr/>
          <p:nvPr/>
        </p:nvSpPr>
        <p:spPr>
          <a:xfrm>
            <a:off x="854757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04" name="Oval 1503">
            <a:extLst>
              <a:ext uri="{FF2B5EF4-FFF2-40B4-BE49-F238E27FC236}">
                <a16:creationId xmlns:a16="http://schemas.microsoft.com/office/drawing/2014/main" id="{D948C916-1086-24FB-750B-B0C73DC0D7B1}"/>
              </a:ext>
            </a:extLst>
          </p:cNvPr>
          <p:cNvSpPr/>
          <p:nvPr/>
        </p:nvSpPr>
        <p:spPr>
          <a:xfrm>
            <a:off x="866503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97" name="Oval 1496">
            <a:extLst>
              <a:ext uri="{FF2B5EF4-FFF2-40B4-BE49-F238E27FC236}">
                <a16:creationId xmlns:a16="http://schemas.microsoft.com/office/drawing/2014/main" id="{45F0314A-39B9-A877-8558-F1A0BA94DF7E}"/>
              </a:ext>
            </a:extLst>
          </p:cNvPr>
          <p:cNvSpPr/>
          <p:nvPr/>
        </p:nvSpPr>
        <p:spPr>
          <a:xfrm>
            <a:off x="878249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4" name="Oval 1483">
            <a:extLst>
              <a:ext uri="{FF2B5EF4-FFF2-40B4-BE49-F238E27FC236}">
                <a16:creationId xmlns:a16="http://schemas.microsoft.com/office/drawing/2014/main" id="{AAE0BC93-DBAE-CB5A-1010-32DD72814708}"/>
              </a:ext>
            </a:extLst>
          </p:cNvPr>
          <p:cNvSpPr/>
          <p:nvPr/>
        </p:nvSpPr>
        <p:spPr>
          <a:xfrm>
            <a:off x="9021874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5" name="Oval 1484">
            <a:extLst>
              <a:ext uri="{FF2B5EF4-FFF2-40B4-BE49-F238E27FC236}">
                <a16:creationId xmlns:a16="http://schemas.microsoft.com/office/drawing/2014/main" id="{E8D831EF-30D6-7A20-0C07-46BCB6161930}"/>
              </a:ext>
            </a:extLst>
          </p:cNvPr>
          <p:cNvSpPr/>
          <p:nvPr/>
        </p:nvSpPr>
        <p:spPr>
          <a:xfrm>
            <a:off x="9001554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6" name="Oval 1485">
            <a:extLst>
              <a:ext uri="{FF2B5EF4-FFF2-40B4-BE49-F238E27FC236}">
                <a16:creationId xmlns:a16="http://schemas.microsoft.com/office/drawing/2014/main" id="{BE100ACA-2C1D-2120-7880-935CACB60DB0}"/>
              </a:ext>
            </a:extLst>
          </p:cNvPr>
          <p:cNvSpPr/>
          <p:nvPr/>
        </p:nvSpPr>
        <p:spPr>
          <a:xfrm>
            <a:off x="8981234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7" name="Oval 1486">
            <a:extLst>
              <a:ext uri="{FF2B5EF4-FFF2-40B4-BE49-F238E27FC236}">
                <a16:creationId xmlns:a16="http://schemas.microsoft.com/office/drawing/2014/main" id="{8B9C2948-8F23-2D24-5B04-A799DA431A58}"/>
              </a:ext>
            </a:extLst>
          </p:cNvPr>
          <p:cNvSpPr/>
          <p:nvPr/>
        </p:nvSpPr>
        <p:spPr>
          <a:xfrm>
            <a:off x="8960914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8" name="Oval 1487">
            <a:extLst>
              <a:ext uri="{FF2B5EF4-FFF2-40B4-BE49-F238E27FC236}">
                <a16:creationId xmlns:a16="http://schemas.microsoft.com/office/drawing/2014/main" id="{8E73BB7D-6E76-54D2-822E-1F51A87FC3F6}"/>
              </a:ext>
            </a:extLst>
          </p:cNvPr>
          <p:cNvSpPr/>
          <p:nvPr/>
        </p:nvSpPr>
        <p:spPr>
          <a:xfrm>
            <a:off x="8940594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9" name="Oval 1488">
            <a:extLst>
              <a:ext uri="{FF2B5EF4-FFF2-40B4-BE49-F238E27FC236}">
                <a16:creationId xmlns:a16="http://schemas.microsoft.com/office/drawing/2014/main" id="{DC456B58-F56C-1280-B3CE-F9844320CE2D}"/>
              </a:ext>
            </a:extLst>
          </p:cNvPr>
          <p:cNvSpPr/>
          <p:nvPr/>
        </p:nvSpPr>
        <p:spPr>
          <a:xfrm>
            <a:off x="892027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3" name="Oval 1552">
            <a:extLst>
              <a:ext uri="{FF2B5EF4-FFF2-40B4-BE49-F238E27FC236}">
                <a16:creationId xmlns:a16="http://schemas.microsoft.com/office/drawing/2014/main" id="{0A734B66-4C73-3493-5D35-9E19B1AC5209}"/>
              </a:ext>
            </a:extLst>
          </p:cNvPr>
          <p:cNvSpPr/>
          <p:nvPr/>
        </p:nvSpPr>
        <p:spPr>
          <a:xfrm>
            <a:off x="937472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4" name="Oval 1553">
            <a:extLst>
              <a:ext uri="{FF2B5EF4-FFF2-40B4-BE49-F238E27FC236}">
                <a16:creationId xmlns:a16="http://schemas.microsoft.com/office/drawing/2014/main" id="{75045D4A-912B-A66E-66D6-BB90D08A2A54}"/>
              </a:ext>
            </a:extLst>
          </p:cNvPr>
          <p:cNvSpPr/>
          <p:nvPr/>
        </p:nvSpPr>
        <p:spPr>
          <a:xfrm>
            <a:off x="935440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5" name="Oval 1554">
            <a:extLst>
              <a:ext uri="{FF2B5EF4-FFF2-40B4-BE49-F238E27FC236}">
                <a16:creationId xmlns:a16="http://schemas.microsoft.com/office/drawing/2014/main" id="{6C56CE87-DFC9-609A-1920-18D169476873}"/>
              </a:ext>
            </a:extLst>
          </p:cNvPr>
          <p:cNvSpPr/>
          <p:nvPr/>
        </p:nvSpPr>
        <p:spPr>
          <a:xfrm>
            <a:off x="933408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6" name="Oval 1555">
            <a:extLst>
              <a:ext uri="{FF2B5EF4-FFF2-40B4-BE49-F238E27FC236}">
                <a16:creationId xmlns:a16="http://schemas.microsoft.com/office/drawing/2014/main" id="{0A442707-7124-3041-BB5B-653484E3413C}"/>
              </a:ext>
            </a:extLst>
          </p:cNvPr>
          <p:cNvSpPr/>
          <p:nvPr/>
        </p:nvSpPr>
        <p:spPr>
          <a:xfrm>
            <a:off x="931376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7" name="Oval 1556">
            <a:extLst>
              <a:ext uri="{FF2B5EF4-FFF2-40B4-BE49-F238E27FC236}">
                <a16:creationId xmlns:a16="http://schemas.microsoft.com/office/drawing/2014/main" id="{9DC996D3-83C7-E24F-566C-C5D1E7E4C0AD}"/>
              </a:ext>
            </a:extLst>
          </p:cNvPr>
          <p:cNvSpPr/>
          <p:nvPr/>
        </p:nvSpPr>
        <p:spPr>
          <a:xfrm>
            <a:off x="929344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8" name="Oval 1557">
            <a:extLst>
              <a:ext uri="{FF2B5EF4-FFF2-40B4-BE49-F238E27FC236}">
                <a16:creationId xmlns:a16="http://schemas.microsoft.com/office/drawing/2014/main" id="{E81E5EA4-B78F-2A02-5A64-5712762488D3}"/>
              </a:ext>
            </a:extLst>
          </p:cNvPr>
          <p:cNvSpPr/>
          <p:nvPr/>
        </p:nvSpPr>
        <p:spPr>
          <a:xfrm>
            <a:off x="927312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9" name="Oval 1558">
            <a:extLst>
              <a:ext uri="{FF2B5EF4-FFF2-40B4-BE49-F238E27FC236}">
                <a16:creationId xmlns:a16="http://schemas.microsoft.com/office/drawing/2014/main" id="{54BCCE74-B287-5CA7-C142-9806874351EB}"/>
              </a:ext>
            </a:extLst>
          </p:cNvPr>
          <p:cNvSpPr/>
          <p:nvPr/>
        </p:nvSpPr>
        <p:spPr>
          <a:xfrm>
            <a:off x="925280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49" name="Oval 1548">
            <a:extLst>
              <a:ext uri="{FF2B5EF4-FFF2-40B4-BE49-F238E27FC236}">
                <a16:creationId xmlns:a16="http://schemas.microsoft.com/office/drawing/2014/main" id="{673A21E1-F772-C295-AB59-64692A256B9D}"/>
              </a:ext>
            </a:extLst>
          </p:cNvPr>
          <p:cNvSpPr/>
          <p:nvPr/>
        </p:nvSpPr>
        <p:spPr>
          <a:xfrm>
            <a:off x="9431228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41" name="Oval 1540">
            <a:extLst>
              <a:ext uri="{FF2B5EF4-FFF2-40B4-BE49-F238E27FC236}">
                <a16:creationId xmlns:a16="http://schemas.microsoft.com/office/drawing/2014/main" id="{0F2C45A7-6D65-9498-F6A0-867F2B5185B9}"/>
              </a:ext>
            </a:extLst>
          </p:cNvPr>
          <p:cNvSpPr/>
          <p:nvPr/>
        </p:nvSpPr>
        <p:spPr>
          <a:xfrm>
            <a:off x="9569007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43" name="Oval 1542">
            <a:extLst>
              <a:ext uri="{FF2B5EF4-FFF2-40B4-BE49-F238E27FC236}">
                <a16:creationId xmlns:a16="http://schemas.microsoft.com/office/drawing/2014/main" id="{EE327A81-6FF2-F8F0-5479-E931B58B7F2F}"/>
              </a:ext>
            </a:extLst>
          </p:cNvPr>
          <p:cNvSpPr/>
          <p:nvPr/>
        </p:nvSpPr>
        <p:spPr>
          <a:xfrm>
            <a:off x="9528367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33" name="Oval 1532">
            <a:extLst>
              <a:ext uri="{FF2B5EF4-FFF2-40B4-BE49-F238E27FC236}">
                <a16:creationId xmlns:a16="http://schemas.microsoft.com/office/drawing/2014/main" id="{5996FCF2-F5D5-71EF-F81D-51B4A07D3FB3}"/>
              </a:ext>
            </a:extLst>
          </p:cNvPr>
          <p:cNvSpPr/>
          <p:nvPr/>
        </p:nvSpPr>
        <p:spPr>
          <a:xfrm>
            <a:off x="9706786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37" name="Oval 1536">
            <a:extLst>
              <a:ext uri="{FF2B5EF4-FFF2-40B4-BE49-F238E27FC236}">
                <a16:creationId xmlns:a16="http://schemas.microsoft.com/office/drawing/2014/main" id="{483E4644-1598-6782-E526-6EDE1219F201}"/>
              </a:ext>
            </a:extLst>
          </p:cNvPr>
          <p:cNvSpPr/>
          <p:nvPr/>
        </p:nvSpPr>
        <p:spPr>
          <a:xfrm>
            <a:off x="9625506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25" name="Oval 1524">
            <a:extLst>
              <a:ext uri="{FF2B5EF4-FFF2-40B4-BE49-F238E27FC236}">
                <a16:creationId xmlns:a16="http://schemas.microsoft.com/office/drawing/2014/main" id="{480A49A3-CC1A-BA30-725A-FAD80C4FCAAF}"/>
              </a:ext>
            </a:extLst>
          </p:cNvPr>
          <p:cNvSpPr/>
          <p:nvPr/>
        </p:nvSpPr>
        <p:spPr>
          <a:xfrm>
            <a:off x="9844564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31" name="Oval 1530">
            <a:extLst>
              <a:ext uri="{FF2B5EF4-FFF2-40B4-BE49-F238E27FC236}">
                <a16:creationId xmlns:a16="http://schemas.microsoft.com/office/drawing/2014/main" id="{D251DB1B-0CF5-0720-CA15-377DFD5DCC0E}"/>
              </a:ext>
            </a:extLst>
          </p:cNvPr>
          <p:cNvSpPr/>
          <p:nvPr/>
        </p:nvSpPr>
        <p:spPr>
          <a:xfrm>
            <a:off x="9722644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4" name="Oval 1593">
            <a:extLst>
              <a:ext uri="{FF2B5EF4-FFF2-40B4-BE49-F238E27FC236}">
                <a16:creationId xmlns:a16="http://schemas.microsoft.com/office/drawing/2014/main" id="{C0C5F46F-9116-541D-BCC5-0FB59ED951A0}"/>
              </a:ext>
            </a:extLst>
          </p:cNvPr>
          <p:cNvSpPr/>
          <p:nvPr/>
        </p:nvSpPr>
        <p:spPr>
          <a:xfrm>
            <a:off x="1019741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5" name="Oval 1594">
            <a:extLst>
              <a:ext uri="{FF2B5EF4-FFF2-40B4-BE49-F238E27FC236}">
                <a16:creationId xmlns:a16="http://schemas.microsoft.com/office/drawing/2014/main" id="{755DFD02-8CBA-5B87-560C-D68A0F000A15}"/>
              </a:ext>
            </a:extLst>
          </p:cNvPr>
          <p:cNvSpPr/>
          <p:nvPr/>
        </p:nvSpPr>
        <p:spPr>
          <a:xfrm>
            <a:off x="1017709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6" name="Oval 1595">
            <a:extLst>
              <a:ext uri="{FF2B5EF4-FFF2-40B4-BE49-F238E27FC236}">
                <a16:creationId xmlns:a16="http://schemas.microsoft.com/office/drawing/2014/main" id="{8A6D176C-D082-FEB9-8856-9A92868BB304}"/>
              </a:ext>
            </a:extLst>
          </p:cNvPr>
          <p:cNvSpPr/>
          <p:nvPr/>
        </p:nvSpPr>
        <p:spPr>
          <a:xfrm>
            <a:off x="1015677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7" name="Oval 1596">
            <a:extLst>
              <a:ext uri="{FF2B5EF4-FFF2-40B4-BE49-F238E27FC236}">
                <a16:creationId xmlns:a16="http://schemas.microsoft.com/office/drawing/2014/main" id="{0345654D-5790-BB26-1A72-9863E1305667}"/>
              </a:ext>
            </a:extLst>
          </p:cNvPr>
          <p:cNvSpPr/>
          <p:nvPr/>
        </p:nvSpPr>
        <p:spPr>
          <a:xfrm>
            <a:off x="1013645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8" name="Oval 1597">
            <a:extLst>
              <a:ext uri="{FF2B5EF4-FFF2-40B4-BE49-F238E27FC236}">
                <a16:creationId xmlns:a16="http://schemas.microsoft.com/office/drawing/2014/main" id="{513895F6-6B6B-E39A-43B9-3B2AB0BF92A7}"/>
              </a:ext>
            </a:extLst>
          </p:cNvPr>
          <p:cNvSpPr/>
          <p:nvPr/>
        </p:nvSpPr>
        <p:spPr>
          <a:xfrm>
            <a:off x="1011613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9" name="Oval 1598">
            <a:extLst>
              <a:ext uri="{FF2B5EF4-FFF2-40B4-BE49-F238E27FC236}">
                <a16:creationId xmlns:a16="http://schemas.microsoft.com/office/drawing/2014/main" id="{FBAFAFD1-E478-75CE-0121-292DB3F012DF}"/>
              </a:ext>
            </a:extLst>
          </p:cNvPr>
          <p:cNvSpPr/>
          <p:nvPr/>
        </p:nvSpPr>
        <p:spPr>
          <a:xfrm>
            <a:off x="1009581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00" name="Oval 1599">
            <a:extLst>
              <a:ext uri="{FF2B5EF4-FFF2-40B4-BE49-F238E27FC236}">
                <a16:creationId xmlns:a16="http://schemas.microsoft.com/office/drawing/2014/main" id="{8330C97A-5E48-DC53-6240-8AA547DE5CB0}"/>
              </a:ext>
            </a:extLst>
          </p:cNvPr>
          <p:cNvSpPr/>
          <p:nvPr/>
        </p:nvSpPr>
        <p:spPr>
          <a:xfrm>
            <a:off x="1007549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3" name="Oval 1592">
            <a:extLst>
              <a:ext uri="{FF2B5EF4-FFF2-40B4-BE49-F238E27FC236}">
                <a16:creationId xmlns:a16="http://schemas.microsoft.com/office/drawing/2014/main" id="{3DE6CFC7-C871-D326-AAFA-C6DECA321258}"/>
              </a:ext>
            </a:extLst>
          </p:cNvPr>
          <p:cNvSpPr/>
          <p:nvPr/>
        </p:nvSpPr>
        <p:spPr>
          <a:xfrm>
            <a:off x="1019295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86" name="Oval 1585">
            <a:extLst>
              <a:ext uri="{FF2B5EF4-FFF2-40B4-BE49-F238E27FC236}">
                <a16:creationId xmlns:a16="http://schemas.microsoft.com/office/drawing/2014/main" id="{C8CC4EDF-63F2-B6ED-7973-DD579A0B0D51}"/>
              </a:ext>
            </a:extLst>
          </p:cNvPr>
          <p:cNvSpPr/>
          <p:nvPr/>
        </p:nvSpPr>
        <p:spPr>
          <a:xfrm>
            <a:off x="1031041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79" name="Oval 1578">
            <a:extLst>
              <a:ext uri="{FF2B5EF4-FFF2-40B4-BE49-F238E27FC236}">
                <a16:creationId xmlns:a16="http://schemas.microsoft.com/office/drawing/2014/main" id="{D49B5C49-1642-495A-B904-6ECBDC1B0E68}"/>
              </a:ext>
            </a:extLst>
          </p:cNvPr>
          <p:cNvSpPr/>
          <p:nvPr/>
        </p:nvSpPr>
        <p:spPr>
          <a:xfrm>
            <a:off x="1042787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72" name="Oval 1571">
            <a:extLst>
              <a:ext uri="{FF2B5EF4-FFF2-40B4-BE49-F238E27FC236}">
                <a16:creationId xmlns:a16="http://schemas.microsoft.com/office/drawing/2014/main" id="{9936A394-24BD-92F6-FBC0-22EE48A38992}"/>
              </a:ext>
            </a:extLst>
          </p:cNvPr>
          <p:cNvSpPr/>
          <p:nvPr/>
        </p:nvSpPr>
        <p:spPr>
          <a:xfrm>
            <a:off x="10545334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35" name="Oval 1634">
            <a:extLst>
              <a:ext uri="{FF2B5EF4-FFF2-40B4-BE49-F238E27FC236}">
                <a16:creationId xmlns:a16="http://schemas.microsoft.com/office/drawing/2014/main" id="{0E8FCEDC-C7F7-B4CF-D5E9-0E8879942298}"/>
              </a:ext>
            </a:extLst>
          </p:cNvPr>
          <p:cNvSpPr/>
          <p:nvPr/>
        </p:nvSpPr>
        <p:spPr>
          <a:xfrm>
            <a:off x="11020109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D6E0BD96-3DD8-0FA1-B100-B45C86B10506}"/>
              </a:ext>
            </a:extLst>
          </p:cNvPr>
          <p:cNvSpPr/>
          <p:nvPr/>
        </p:nvSpPr>
        <p:spPr>
          <a:xfrm>
            <a:off x="1099978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B79618AC-C776-F831-7AED-257D77F18CD5}"/>
              </a:ext>
            </a:extLst>
          </p:cNvPr>
          <p:cNvSpPr/>
          <p:nvPr/>
        </p:nvSpPr>
        <p:spPr>
          <a:xfrm>
            <a:off x="1097946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DC767EA1-F5B1-8A0E-92A1-014E453E369B}"/>
              </a:ext>
            </a:extLst>
          </p:cNvPr>
          <p:cNvSpPr/>
          <p:nvPr/>
        </p:nvSpPr>
        <p:spPr>
          <a:xfrm>
            <a:off x="1095914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39" name="Oval 1638">
            <a:extLst>
              <a:ext uri="{FF2B5EF4-FFF2-40B4-BE49-F238E27FC236}">
                <a16:creationId xmlns:a16="http://schemas.microsoft.com/office/drawing/2014/main" id="{4B0A7D50-5163-3C1D-D791-8A84C6A23ED0}"/>
              </a:ext>
            </a:extLst>
          </p:cNvPr>
          <p:cNvSpPr/>
          <p:nvPr/>
        </p:nvSpPr>
        <p:spPr>
          <a:xfrm>
            <a:off x="1093882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40" name="Oval 1639">
            <a:extLst>
              <a:ext uri="{FF2B5EF4-FFF2-40B4-BE49-F238E27FC236}">
                <a16:creationId xmlns:a16="http://schemas.microsoft.com/office/drawing/2014/main" id="{7BB29130-DF75-1A62-F433-67BCCE2E26FD}"/>
              </a:ext>
            </a:extLst>
          </p:cNvPr>
          <p:cNvSpPr/>
          <p:nvPr/>
        </p:nvSpPr>
        <p:spPr>
          <a:xfrm>
            <a:off x="1091850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41" name="Oval 1640">
            <a:extLst>
              <a:ext uri="{FF2B5EF4-FFF2-40B4-BE49-F238E27FC236}">
                <a16:creationId xmlns:a16="http://schemas.microsoft.com/office/drawing/2014/main" id="{8ECE571D-46C3-A31C-5DD3-9298017B2559}"/>
              </a:ext>
            </a:extLst>
          </p:cNvPr>
          <p:cNvSpPr/>
          <p:nvPr/>
        </p:nvSpPr>
        <p:spPr>
          <a:xfrm>
            <a:off x="1089818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29" name="Oval 1628">
            <a:extLst>
              <a:ext uri="{FF2B5EF4-FFF2-40B4-BE49-F238E27FC236}">
                <a16:creationId xmlns:a16="http://schemas.microsoft.com/office/drawing/2014/main" id="{9028C060-DB97-CF62-DF86-D6FAA0D264F4}"/>
              </a:ext>
            </a:extLst>
          </p:cNvPr>
          <p:cNvSpPr/>
          <p:nvPr/>
        </p:nvSpPr>
        <p:spPr>
          <a:xfrm>
            <a:off x="11117248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23" name="Oval 1622">
            <a:extLst>
              <a:ext uri="{FF2B5EF4-FFF2-40B4-BE49-F238E27FC236}">
                <a16:creationId xmlns:a16="http://schemas.microsoft.com/office/drawing/2014/main" id="{EF0F5D5C-775B-2159-FCD1-DF5075466FA7}"/>
              </a:ext>
            </a:extLst>
          </p:cNvPr>
          <p:cNvSpPr/>
          <p:nvPr/>
        </p:nvSpPr>
        <p:spPr>
          <a:xfrm>
            <a:off x="11214387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15" name="Oval 1614">
            <a:extLst>
              <a:ext uri="{FF2B5EF4-FFF2-40B4-BE49-F238E27FC236}">
                <a16:creationId xmlns:a16="http://schemas.microsoft.com/office/drawing/2014/main" id="{75F978AA-16AD-1E45-7E98-F39DFF81E3E8}"/>
              </a:ext>
            </a:extLst>
          </p:cNvPr>
          <p:cNvSpPr/>
          <p:nvPr/>
        </p:nvSpPr>
        <p:spPr>
          <a:xfrm>
            <a:off x="11352166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07" name="Oval 1606">
            <a:extLst>
              <a:ext uri="{FF2B5EF4-FFF2-40B4-BE49-F238E27FC236}">
                <a16:creationId xmlns:a16="http://schemas.microsoft.com/office/drawing/2014/main" id="{92EE6739-0472-36EF-A5A5-38D688135214}"/>
              </a:ext>
            </a:extLst>
          </p:cNvPr>
          <p:cNvSpPr/>
          <p:nvPr/>
        </p:nvSpPr>
        <p:spPr>
          <a:xfrm>
            <a:off x="11489944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08" name="Oval 1607">
            <a:extLst>
              <a:ext uri="{FF2B5EF4-FFF2-40B4-BE49-F238E27FC236}">
                <a16:creationId xmlns:a16="http://schemas.microsoft.com/office/drawing/2014/main" id="{69F31D81-2994-FC16-AB18-C2E6398DD763}"/>
              </a:ext>
            </a:extLst>
          </p:cNvPr>
          <p:cNvSpPr/>
          <p:nvPr/>
        </p:nvSpPr>
        <p:spPr>
          <a:xfrm>
            <a:off x="11469624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09" name="Oval 1608">
            <a:extLst>
              <a:ext uri="{FF2B5EF4-FFF2-40B4-BE49-F238E27FC236}">
                <a16:creationId xmlns:a16="http://schemas.microsoft.com/office/drawing/2014/main" id="{7E10CC94-B67F-44AC-E45A-17B5726B0501}"/>
              </a:ext>
            </a:extLst>
          </p:cNvPr>
          <p:cNvSpPr/>
          <p:nvPr/>
        </p:nvSpPr>
        <p:spPr>
          <a:xfrm>
            <a:off x="11449304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10" name="Oval 1609">
            <a:extLst>
              <a:ext uri="{FF2B5EF4-FFF2-40B4-BE49-F238E27FC236}">
                <a16:creationId xmlns:a16="http://schemas.microsoft.com/office/drawing/2014/main" id="{31A0B84C-655A-3700-78C4-CFB56C20C132}"/>
              </a:ext>
            </a:extLst>
          </p:cNvPr>
          <p:cNvSpPr/>
          <p:nvPr/>
        </p:nvSpPr>
        <p:spPr>
          <a:xfrm>
            <a:off x="11428984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11" name="Oval 1610">
            <a:extLst>
              <a:ext uri="{FF2B5EF4-FFF2-40B4-BE49-F238E27FC236}">
                <a16:creationId xmlns:a16="http://schemas.microsoft.com/office/drawing/2014/main" id="{9014E258-CDF2-F129-76BD-AE9F64836DC1}"/>
              </a:ext>
            </a:extLst>
          </p:cNvPr>
          <p:cNvSpPr/>
          <p:nvPr/>
        </p:nvSpPr>
        <p:spPr>
          <a:xfrm>
            <a:off x="11408664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12" name="Oval 1611">
            <a:extLst>
              <a:ext uri="{FF2B5EF4-FFF2-40B4-BE49-F238E27FC236}">
                <a16:creationId xmlns:a16="http://schemas.microsoft.com/office/drawing/2014/main" id="{DDF460A0-BB53-2A2D-366E-9349372A4162}"/>
              </a:ext>
            </a:extLst>
          </p:cNvPr>
          <p:cNvSpPr/>
          <p:nvPr/>
        </p:nvSpPr>
        <p:spPr>
          <a:xfrm>
            <a:off x="1138834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13" name="Oval 1612">
            <a:extLst>
              <a:ext uri="{FF2B5EF4-FFF2-40B4-BE49-F238E27FC236}">
                <a16:creationId xmlns:a16="http://schemas.microsoft.com/office/drawing/2014/main" id="{4CA1221F-7508-3AC4-9E55-13454D1F0530}"/>
              </a:ext>
            </a:extLst>
          </p:cNvPr>
          <p:cNvSpPr/>
          <p:nvPr/>
        </p:nvSpPr>
        <p:spPr>
          <a:xfrm>
            <a:off x="11368024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78" name="Oval 1677">
            <a:extLst>
              <a:ext uri="{FF2B5EF4-FFF2-40B4-BE49-F238E27FC236}">
                <a16:creationId xmlns:a16="http://schemas.microsoft.com/office/drawing/2014/main" id="{7AC33E0B-9352-7EE0-604F-7FFE29D9B3B5}"/>
              </a:ext>
            </a:extLst>
          </p:cNvPr>
          <p:cNvSpPr/>
          <p:nvPr/>
        </p:nvSpPr>
        <p:spPr>
          <a:xfrm>
            <a:off x="110718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79" name="Oval 1678">
            <a:extLst>
              <a:ext uri="{FF2B5EF4-FFF2-40B4-BE49-F238E27FC236}">
                <a16:creationId xmlns:a16="http://schemas.microsoft.com/office/drawing/2014/main" id="{333D72C5-F6C0-7781-994A-7298C4AD5AE7}"/>
              </a:ext>
            </a:extLst>
          </p:cNvPr>
          <p:cNvSpPr/>
          <p:nvPr/>
        </p:nvSpPr>
        <p:spPr>
          <a:xfrm>
            <a:off x="108686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80" name="Oval 1679">
            <a:extLst>
              <a:ext uri="{FF2B5EF4-FFF2-40B4-BE49-F238E27FC236}">
                <a16:creationId xmlns:a16="http://schemas.microsoft.com/office/drawing/2014/main" id="{C8D75A24-066A-255E-C77A-AC6C08CD3AC7}"/>
              </a:ext>
            </a:extLst>
          </p:cNvPr>
          <p:cNvSpPr/>
          <p:nvPr/>
        </p:nvSpPr>
        <p:spPr>
          <a:xfrm>
            <a:off x="106654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81" name="Oval 1680">
            <a:extLst>
              <a:ext uri="{FF2B5EF4-FFF2-40B4-BE49-F238E27FC236}">
                <a16:creationId xmlns:a16="http://schemas.microsoft.com/office/drawing/2014/main" id="{27B77632-66B0-CD40-E56B-CFE663F85C06}"/>
              </a:ext>
            </a:extLst>
          </p:cNvPr>
          <p:cNvSpPr/>
          <p:nvPr/>
        </p:nvSpPr>
        <p:spPr>
          <a:xfrm>
            <a:off x="104622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82" name="Oval 1681">
            <a:extLst>
              <a:ext uri="{FF2B5EF4-FFF2-40B4-BE49-F238E27FC236}">
                <a16:creationId xmlns:a16="http://schemas.microsoft.com/office/drawing/2014/main" id="{2B8F776C-6208-D2F1-817B-804223828234}"/>
              </a:ext>
            </a:extLst>
          </p:cNvPr>
          <p:cNvSpPr/>
          <p:nvPr/>
        </p:nvSpPr>
        <p:spPr>
          <a:xfrm>
            <a:off x="1025909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70" name="Oval 1669">
            <a:extLst>
              <a:ext uri="{FF2B5EF4-FFF2-40B4-BE49-F238E27FC236}">
                <a16:creationId xmlns:a16="http://schemas.microsoft.com/office/drawing/2014/main" id="{B71CBCDA-F935-EEBD-4D66-7606AE21F4EF}"/>
              </a:ext>
            </a:extLst>
          </p:cNvPr>
          <p:cNvSpPr/>
          <p:nvPr/>
        </p:nvSpPr>
        <p:spPr>
          <a:xfrm>
            <a:off x="1244968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73" name="Oval 1672">
            <a:extLst>
              <a:ext uri="{FF2B5EF4-FFF2-40B4-BE49-F238E27FC236}">
                <a16:creationId xmlns:a16="http://schemas.microsoft.com/office/drawing/2014/main" id="{79ADB614-C6CC-FDED-9EEC-C32C73F911BF}"/>
              </a:ext>
            </a:extLst>
          </p:cNvPr>
          <p:cNvSpPr/>
          <p:nvPr/>
        </p:nvSpPr>
        <p:spPr>
          <a:xfrm>
            <a:off x="1184008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62" name="Oval 1661">
            <a:extLst>
              <a:ext uri="{FF2B5EF4-FFF2-40B4-BE49-F238E27FC236}">
                <a16:creationId xmlns:a16="http://schemas.microsoft.com/office/drawing/2014/main" id="{EC8E793A-C241-96D6-A3BC-578765EDE7B7}"/>
              </a:ext>
            </a:extLst>
          </p:cNvPr>
          <p:cNvSpPr/>
          <p:nvPr/>
        </p:nvSpPr>
        <p:spPr>
          <a:xfrm>
            <a:off x="138274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66" name="Oval 1665">
            <a:extLst>
              <a:ext uri="{FF2B5EF4-FFF2-40B4-BE49-F238E27FC236}">
                <a16:creationId xmlns:a16="http://schemas.microsoft.com/office/drawing/2014/main" id="{90E3422E-7CE4-9513-7C34-98717DFED131}"/>
              </a:ext>
            </a:extLst>
          </p:cNvPr>
          <p:cNvSpPr/>
          <p:nvPr/>
        </p:nvSpPr>
        <p:spPr>
          <a:xfrm>
            <a:off x="1301467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6" name="Oval 1655">
            <a:extLst>
              <a:ext uri="{FF2B5EF4-FFF2-40B4-BE49-F238E27FC236}">
                <a16:creationId xmlns:a16="http://schemas.microsoft.com/office/drawing/2014/main" id="{C8ABCA5E-9E47-BC47-4E8A-C3B0BF9B2D3F}"/>
              </a:ext>
            </a:extLst>
          </p:cNvPr>
          <p:cNvSpPr/>
          <p:nvPr/>
        </p:nvSpPr>
        <p:spPr>
          <a:xfrm>
            <a:off x="1479886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9" name="Oval 1658">
            <a:extLst>
              <a:ext uri="{FF2B5EF4-FFF2-40B4-BE49-F238E27FC236}">
                <a16:creationId xmlns:a16="http://schemas.microsoft.com/office/drawing/2014/main" id="{AF8A359F-EBA6-27E1-6C61-1DCCAE8ED894}"/>
              </a:ext>
            </a:extLst>
          </p:cNvPr>
          <p:cNvSpPr/>
          <p:nvPr/>
        </p:nvSpPr>
        <p:spPr>
          <a:xfrm>
            <a:off x="1418926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0" name="Oval 1649">
            <a:extLst>
              <a:ext uri="{FF2B5EF4-FFF2-40B4-BE49-F238E27FC236}">
                <a16:creationId xmlns:a16="http://schemas.microsoft.com/office/drawing/2014/main" id="{44657267-7582-3432-9D24-F04F5E2DED2C}"/>
              </a:ext>
            </a:extLst>
          </p:cNvPr>
          <p:cNvSpPr/>
          <p:nvPr/>
        </p:nvSpPr>
        <p:spPr>
          <a:xfrm>
            <a:off x="1577024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1" name="Oval 1650">
            <a:extLst>
              <a:ext uri="{FF2B5EF4-FFF2-40B4-BE49-F238E27FC236}">
                <a16:creationId xmlns:a16="http://schemas.microsoft.com/office/drawing/2014/main" id="{BF058177-E612-A8BA-FD10-018F5BB1CCC8}"/>
              </a:ext>
            </a:extLst>
          </p:cNvPr>
          <p:cNvSpPr/>
          <p:nvPr/>
        </p:nvSpPr>
        <p:spPr>
          <a:xfrm>
            <a:off x="1556704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2" name="Oval 1651">
            <a:extLst>
              <a:ext uri="{FF2B5EF4-FFF2-40B4-BE49-F238E27FC236}">
                <a16:creationId xmlns:a16="http://schemas.microsoft.com/office/drawing/2014/main" id="{1D267DEC-ABBC-EE18-13B3-CEA540E65F93}"/>
              </a:ext>
            </a:extLst>
          </p:cNvPr>
          <p:cNvSpPr/>
          <p:nvPr/>
        </p:nvSpPr>
        <p:spPr>
          <a:xfrm>
            <a:off x="1536384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3" name="Oval 1652">
            <a:extLst>
              <a:ext uri="{FF2B5EF4-FFF2-40B4-BE49-F238E27FC236}">
                <a16:creationId xmlns:a16="http://schemas.microsoft.com/office/drawing/2014/main" id="{960F8A7A-B0F2-2EF7-E355-55FC79988270}"/>
              </a:ext>
            </a:extLst>
          </p:cNvPr>
          <p:cNvSpPr/>
          <p:nvPr/>
        </p:nvSpPr>
        <p:spPr>
          <a:xfrm>
            <a:off x="151606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4" name="Oval 1653">
            <a:extLst>
              <a:ext uri="{FF2B5EF4-FFF2-40B4-BE49-F238E27FC236}">
                <a16:creationId xmlns:a16="http://schemas.microsoft.com/office/drawing/2014/main" id="{B61B01BD-73AA-0CA3-B3A7-D2D7211DA8E1}"/>
              </a:ext>
            </a:extLst>
          </p:cNvPr>
          <p:cNvSpPr/>
          <p:nvPr/>
        </p:nvSpPr>
        <p:spPr>
          <a:xfrm>
            <a:off x="1495744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59" name="Oval 1758">
            <a:extLst>
              <a:ext uri="{FF2B5EF4-FFF2-40B4-BE49-F238E27FC236}">
                <a16:creationId xmlns:a16="http://schemas.microsoft.com/office/drawing/2014/main" id="{A1FACAD5-57B8-700E-A9B5-988B46DD397D}"/>
              </a:ext>
            </a:extLst>
          </p:cNvPr>
          <p:cNvSpPr/>
          <p:nvPr/>
        </p:nvSpPr>
        <p:spPr>
          <a:xfrm>
            <a:off x="1076026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60" name="Oval 1759">
            <a:extLst>
              <a:ext uri="{FF2B5EF4-FFF2-40B4-BE49-F238E27FC236}">
                <a16:creationId xmlns:a16="http://schemas.microsoft.com/office/drawing/2014/main" id="{160C1950-87D7-AB62-B0C1-00C98641FFF6}"/>
              </a:ext>
            </a:extLst>
          </p:cNvPr>
          <p:cNvSpPr/>
          <p:nvPr/>
        </p:nvSpPr>
        <p:spPr>
          <a:xfrm>
            <a:off x="1055706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62" name="Oval 1761">
            <a:extLst>
              <a:ext uri="{FF2B5EF4-FFF2-40B4-BE49-F238E27FC236}">
                <a16:creationId xmlns:a16="http://schemas.microsoft.com/office/drawing/2014/main" id="{39D210B9-9A98-738C-A415-CFD6C83BAE22}"/>
              </a:ext>
            </a:extLst>
          </p:cNvPr>
          <p:cNvSpPr/>
          <p:nvPr/>
        </p:nvSpPr>
        <p:spPr>
          <a:xfrm>
            <a:off x="1015066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63" name="Oval 1762">
            <a:extLst>
              <a:ext uri="{FF2B5EF4-FFF2-40B4-BE49-F238E27FC236}">
                <a16:creationId xmlns:a16="http://schemas.microsoft.com/office/drawing/2014/main" id="{4F26F2A9-0E92-B581-0A87-8EAB31BC9A4E}"/>
              </a:ext>
            </a:extLst>
          </p:cNvPr>
          <p:cNvSpPr/>
          <p:nvPr/>
        </p:nvSpPr>
        <p:spPr>
          <a:xfrm>
            <a:off x="994746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51" name="Oval 1750">
            <a:extLst>
              <a:ext uri="{FF2B5EF4-FFF2-40B4-BE49-F238E27FC236}">
                <a16:creationId xmlns:a16="http://schemas.microsoft.com/office/drawing/2014/main" id="{85A25726-7EA6-A25A-DD34-070F01B1F719}"/>
              </a:ext>
            </a:extLst>
          </p:cNvPr>
          <p:cNvSpPr/>
          <p:nvPr/>
        </p:nvSpPr>
        <p:spPr>
          <a:xfrm>
            <a:off x="121380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57" name="Oval 1756">
            <a:extLst>
              <a:ext uri="{FF2B5EF4-FFF2-40B4-BE49-F238E27FC236}">
                <a16:creationId xmlns:a16="http://schemas.microsoft.com/office/drawing/2014/main" id="{B9C34FA0-AE46-AD47-3087-15F2E060BE28}"/>
              </a:ext>
            </a:extLst>
          </p:cNvPr>
          <p:cNvSpPr/>
          <p:nvPr/>
        </p:nvSpPr>
        <p:spPr>
          <a:xfrm>
            <a:off x="1091885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44" name="Oval 1743">
            <a:extLst>
              <a:ext uri="{FF2B5EF4-FFF2-40B4-BE49-F238E27FC236}">
                <a16:creationId xmlns:a16="http://schemas.microsoft.com/office/drawing/2014/main" id="{942ABAF7-13DA-31BF-5E4A-0969B0886910}"/>
              </a:ext>
            </a:extLst>
          </p:cNvPr>
          <p:cNvSpPr/>
          <p:nvPr/>
        </p:nvSpPr>
        <p:spPr>
          <a:xfrm>
            <a:off x="133126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50" name="Oval 1749">
            <a:extLst>
              <a:ext uri="{FF2B5EF4-FFF2-40B4-BE49-F238E27FC236}">
                <a16:creationId xmlns:a16="http://schemas.microsoft.com/office/drawing/2014/main" id="{F02EF1FF-B8EA-BA62-6A3C-3FE3EF05D8B8}"/>
              </a:ext>
            </a:extLst>
          </p:cNvPr>
          <p:cNvSpPr/>
          <p:nvPr/>
        </p:nvSpPr>
        <p:spPr>
          <a:xfrm>
            <a:off x="1209344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37" name="Oval 1736">
            <a:extLst>
              <a:ext uri="{FF2B5EF4-FFF2-40B4-BE49-F238E27FC236}">
                <a16:creationId xmlns:a16="http://schemas.microsoft.com/office/drawing/2014/main" id="{690C176F-EBAA-E059-CEAC-F7EDC2F2CBC3}"/>
              </a:ext>
            </a:extLst>
          </p:cNvPr>
          <p:cNvSpPr/>
          <p:nvPr/>
        </p:nvSpPr>
        <p:spPr>
          <a:xfrm>
            <a:off x="144872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43" name="Oval 1742">
            <a:extLst>
              <a:ext uri="{FF2B5EF4-FFF2-40B4-BE49-F238E27FC236}">
                <a16:creationId xmlns:a16="http://schemas.microsoft.com/office/drawing/2014/main" id="{4563F2A8-433F-C6F8-AE45-AF74987A531D}"/>
              </a:ext>
            </a:extLst>
          </p:cNvPr>
          <p:cNvSpPr/>
          <p:nvPr/>
        </p:nvSpPr>
        <p:spPr>
          <a:xfrm>
            <a:off x="1326803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31" name="Oval 1730">
            <a:extLst>
              <a:ext uri="{FF2B5EF4-FFF2-40B4-BE49-F238E27FC236}">
                <a16:creationId xmlns:a16="http://schemas.microsoft.com/office/drawing/2014/main" id="{9A9865FF-B981-03F1-C818-7723A30F3B87}"/>
              </a:ext>
            </a:extLst>
          </p:cNvPr>
          <p:cNvSpPr/>
          <p:nvPr/>
        </p:nvSpPr>
        <p:spPr>
          <a:xfrm>
            <a:off x="154586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32" name="Oval 1731">
            <a:extLst>
              <a:ext uri="{FF2B5EF4-FFF2-40B4-BE49-F238E27FC236}">
                <a16:creationId xmlns:a16="http://schemas.microsoft.com/office/drawing/2014/main" id="{67701395-2A38-42D0-D0A2-65ED21956818}"/>
              </a:ext>
            </a:extLst>
          </p:cNvPr>
          <p:cNvSpPr/>
          <p:nvPr/>
        </p:nvSpPr>
        <p:spPr>
          <a:xfrm>
            <a:off x="152554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34" name="Oval 1733">
            <a:extLst>
              <a:ext uri="{FF2B5EF4-FFF2-40B4-BE49-F238E27FC236}">
                <a16:creationId xmlns:a16="http://schemas.microsoft.com/office/drawing/2014/main" id="{8C417E86-A489-89A5-51E0-E1D0444F2F33}"/>
              </a:ext>
            </a:extLst>
          </p:cNvPr>
          <p:cNvSpPr/>
          <p:nvPr/>
        </p:nvSpPr>
        <p:spPr>
          <a:xfrm>
            <a:off x="148490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35" name="Oval 1734">
            <a:extLst>
              <a:ext uri="{FF2B5EF4-FFF2-40B4-BE49-F238E27FC236}">
                <a16:creationId xmlns:a16="http://schemas.microsoft.com/office/drawing/2014/main" id="{368FCF2D-E9DF-C851-C7F4-7397DE2FC484}"/>
              </a:ext>
            </a:extLst>
          </p:cNvPr>
          <p:cNvSpPr/>
          <p:nvPr/>
        </p:nvSpPr>
        <p:spPr>
          <a:xfrm>
            <a:off x="146458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1" name="Oval 1770">
            <a:extLst>
              <a:ext uri="{FF2B5EF4-FFF2-40B4-BE49-F238E27FC236}">
                <a16:creationId xmlns:a16="http://schemas.microsoft.com/office/drawing/2014/main" id="{52187D49-5E57-61DD-B669-C2CBB8BCD91F}"/>
              </a:ext>
            </a:extLst>
          </p:cNvPr>
          <p:cNvSpPr/>
          <p:nvPr/>
        </p:nvSpPr>
        <p:spPr>
          <a:xfrm>
            <a:off x="2393161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2" name="Oval 1771">
            <a:extLst>
              <a:ext uri="{FF2B5EF4-FFF2-40B4-BE49-F238E27FC236}">
                <a16:creationId xmlns:a16="http://schemas.microsoft.com/office/drawing/2014/main" id="{D900D7B8-76AE-2142-1939-E48FE46FBF0C}"/>
              </a:ext>
            </a:extLst>
          </p:cNvPr>
          <p:cNvSpPr/>
          <p:nvPr/>
        </p:nvSpPr>
        <p:spPr>
          <a:xfrm>
            <a:off x="237284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3" name="Oval 1772">
            <a:extLst>
              <a:ext uri="{FF2B5EF4-FFF2-40B4-BE49-F238E27FC236}">
                <a16:creationId xmlns:a16="http://schemas.microsoft.com/office/drawing/2014/main" id="{48742F69-60DA-2B90-F739-3C4A17DEA9BD}"/>
              </a:ext>
            </a:extLst>
          </p:cNvPr>
          <p:cNvSpPr/>
          <p:nvPr/>
        </p:nvSpPr>
        <p:spPr>
          <a:xfrm>
            <a:off x="235252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5" name="Oval 1774">
            <a:extLst>
              <a:ext uri="{FF2B5EF4-FFF2-40B4-BE49-F238E27FC236}">
                <a16:creationId xmlns:a16="http://schemas.microsoft.com/office/drawing/2014/main" id="{5CBF3CDE-6989-74BE-0F48-9E9EACFEF686}"/>
              </a:ext>
            </a:extLst>
          </p:cNvPr>
          <p:cNvSpPr/>
          <p:nvPr/>
        </p:nvSpPr>
        <p:spPr>
          <a:xfrm>
            <a:off x="231188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6" name="Oval 1775">
            <a:extLst>
              <a:ext uri="{FF2B5EF4-FFF2-40B4-BE49-F238E27FC236}">
                <a16:creationId xmlns:a16="http://schemas.microsoft.com/office/drawing/2014/main" id="{B0E5AB29-1257-228B-BAF0-26B446902B36}"/>
              </a:ext>
            </a:extLst>
          </p:cNvPr>
          <p:cNvSpPr/>
          <p:nvPr/>
        </p:nvSpPr>
        <p:spPr>
          <a:xfrm>
            <a:off x="229156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7" name="Oval 1776">
            <a:extLst>
              <a:ext uri="{FF2B5EF4-FFF2-40B4-BE49-F238E27FC236}">
                <a16:creationId xmlns:a16="http://schemas.microsoft.com/office/drawing/2014/main" id="{A6879CCA-4731-2666-7D7A-81C38EED09FE}"/>
              </a:ext>
            </a:extLst>
          </p:cNvPr>
          <p:cNvSpPr/>
          <p:nvPr/>
        </p:nvSpPr>
        <p:spPr>
          <a:xfrm>
            <a:off x="2271241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44" name="Oval 1843">
            <a:extLst>
              <a:ext uri="{FF2B5EF4-FFF2-40B4-BE49-F238E27FC236}">
                <a16:creationId xmlns:a16="http://schemas.microsoft.com/office/drawing/2014/main" id="{9CECF8B3-D783-CFDF-7F5B-E0DE19EB473F}"/>
              </a:ext>
            </a:extLst>
          </p:cNvPr>
          <p:cNvSpPr/>
          <p:nvPr/>
        </p:nvSpPr>
        <p:spPr>
          <a:xfrm>
            <a:off x="2669026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45" name="Oval 1844">
            <a:extLst>
              <a:ext uri="{FF2B5EF4-FFF2-40B4-BE49-F238E27FC236}">
                <a16:creationId xmlns:a16="http://schemas.microsoft.com/office/drawing/2014/main" id="{D185C87F-1C26-DAA2-F7FB-57DF76A28124}"/>
              </a:ext>
            </a:extLst>
          </p:cNvPr>
          <p:cNvSpPr/>
          <p:nvPr/>
        </p:nvSpPr>
        <p:spPr>
          <a:xfrm>
            <a:off x="2648706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33" name="Oval 1832">
            <a:extLst>
              <a:ext uri="{FF2B5EF4-FFF2-40B4-BE49-F238E27FC236}">
                <a16:creationId xmlns:a16="http://schemas.microsoft.com/office/drawing/2014/main" id="{8C603EDD-D209-D0B2-2B2A-89E74CBAD2C8}"/>
              </a:ext>
            </a:extLst>
          </p:cNvPr>
          <p:cNvSpPr/>
          <p:nvPr/>
        </p:nvSpPr>
        <p:spPr>
          <a:xfrm>
            <a:off x="286776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36" name="Oval 1835">
            <a:extLst>
              <a:ext uri="{FF2B5EF4-FFF2-40B4-BE49-F238E27FC236}">
                <a16:creationId xmlns:a16="http://schemas.microsoft.com/office/drawing/2014/main" id="{8EB789E9-C5EA-3CB2-3BF2-21B99BFF0052}"/>
              </a:ext>
            </a:extLst>
          </p:cNvPr>
          <p:cNvSpPr/>
          <p:nvPr/>
        </p:nvSpPr>
        <p:spPr>
          <a:xfrm>
            <a:off x="2806805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39" name="Oval 1838">
            <a:extLst>
              <a:ext uri="{FF2B5EF4-FFF2-40B4-BE49-F238E27FC236}">
                <a16:creationId xmlns:a16="http://schemas.microsoft.com/office/drawing/2014/main" id="{990AF1F1-C75A-F926-B56C-099122D530FF}"/>
              </a:ext>
            </a:extLst>
          </p:cNvPr>
          <p:cNvSpPr/>
          <p:nvPr/>
        </p:nvSpPr>
        <p:spPr>
          <a:xfrm>
            <a:off x="2745845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26" name="Oval 1825">
            <a:extLst>
              <a:ext uri="{FF2B5EF4-FFF2-40B4-BE49-F238E27FC236}">
                <a16:creationId xmlns:a16="http://schemas.microsoft.com/office/drawing/2014/main" id="{01C0E323-72B0-524B-5EA7-F80C9D86D59F}"/>
              </a:ext>
            </a:extLst>
          </p:cNvPr>
          <p:cNvSpPr/>
          <p:nvPr/>
        </p:nvSpPr>
        <p:spPr>
          <a:xfrm>
            <a:off x="298522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29" name="Oval 1828">
            <a:extLst>
              <a:ext uri="{FF2B5EF4-FFF2-40B4-BE49-F238E27FC236}">
                <a16:creationId xmlns:a16="http://schemas.microsoft.com/office/drawing/2014/main" id="{33B683D6-524A-E988-6C66-CAD66BCD1EFB}"/>
              </a:ext>
            </a:extLst>
          </p:cNvPr>
          <p:cNvSpPr/>
          <p:nvPr/>
        </p:nvSpPr>
        <p:spPr>
          <a:xfrm>
            <a:off x="2924264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32" name="Oval 1831">
            <a:extLst>
              <a:ext uri="{FF2B5EF4-FFF2-40B4-BE49-F238E27FC236}">
                <a16:creationId xmlns:a16="http://schemas.microsoft.com/office/drawing/2014/main" id="{ABFAE715-FC17-CF53-9077-8DC230F2F9EA}"/>
              </a:ext>
            </a:extLst>
          </p:cNvPr>
          <p:cNvSpPr/>
          <p:nvPr/>
        </p:nvSpPr>
        <p:spPr>
          <a:xfrm>
            <a:off x="2863304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19" name="Oval 1818">
            <a:extLst>
              <a:ext uri="{FF2B5EF4-FFF2-40B4-BE49-F238E27FC236}">
                <a16:creationId xmlns:a16="http://schemas.microsoft.com/office/drawing/2014/main" id="{536DE80E-E6F0-2DDF-656E-E6D2391AF64E}"/>
              </a:ext>
            </a:extLst>
          </p:cNvPr>
          <p:cNvSpPr/>
          <p:nvPr/>
        </p:nvSpPr>
        <p:spPr>
          <a:xfrm>
            <a:off x="310268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22" name="Oval 1821">
            <a:extLst>
              <a:ext uri="{FF2B5EF4-FFF2-40B4-BE49-F238E27FC236}">
                <a16:creationId xmlns:a16="http://schemas.microsoft.com/office/drawing/2014/main" id="{4A75683D-1B5D-3446-F5FE-3D3F2317F0AB}"/>
              </a:ext>
            </a:extLst>
          </p:cNvPr>
          <p:cNvSpPr/>
          <p:nvPr/>
        </p:nvSpPr>
        <p:spPr>
          <a:xfrm>
            <a:off x="3041723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25" name="Oval 1824">
            <a:extLst>
              <a:ext uri="{FF2B5EF4-FFF2-40B4-BE49-F238E27FC236}">
                <a16:creationId xmlns:a16="http://schemas.microsoft.com/office/drawing/2014/main" id="{AAA311A1-FDCF-592F-0BB1-6F2D1AE8FF7E}"/>
              </a:ext>
            </a:extLst>
          </p:cNvPr>
          <p:cNvSpPr/>
          <p:nvPr/>
        </p:nvSpPr>
        <p:spPr>
          <a:xfrm>
            <a:off x="2980763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13" name="Oval 1812">
            <a:extLst>
              <a:ext uri="{FF2B5EF4-FFF2-40B4-BE49-F238E27FC236}">
                <a16:creationId xmlns:a16="http://schemas.microsoft.com/office/drawing/2014/main" id="{4B5FC49E-88E7-7670-A84D-69F805C45975}"/>
              </a:ext>
            </a:extLst>
          </p:cNvPr>
          <p:cNvSpPr/>
          <p:nvPr/>
        </p:nvSpPr>
        <p:spPr>
          <a:xfrm>
            <a:off x="319982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14" name="Oval 1813">
            <a:extLst>
              <a:ext uri="{FF2B5EF4-FFF2-40B4-BE49-F238E27FC236}">
                <a16:creationId xmlns:a16="http://schemas.microsoft.com/office/drawing/2014/main" id="{24998106-B4C1-3746-7643-38C9B3E7F20F}"/>
              </a:ext>
            </a:extLst>
          </p:cNvPr>
          <p:cNvSpPr/>
          <p:nvPr/>
        </p:nvSpPr>
        <p:spPr>
          <a:xfrm>
            <a:off x="317950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74" name="Oval 1873">
            <a:extLst>
              <a:ext uri="{FF2B5EF4-FFF2-40B4-BE49-F238E27FC236}">
                <a16:creationId xmlns:a16="http://schemas.microsoft.com/office/drawing/2014/main" id="{E624BB56-5279-7CA0-8244-03F230755FF5}"/>
              </a:ext>
            </a:extLst>
          </p:cNvPr>
          <p:cNvSpPr/>
          <p:nvPr/>
        </p:nvSpPr>
        <p:spPr>
          <a:xfrm>
            <a:off x="369474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77" name="Oval 1876">
            <a:extLst>
              <a:ext uri="{FF2B5EF4-FFF2-40B4-BE49-F238E27FC236}">
                <a16:creationId xmlns:a16="http://schemas.microsoft.com/office/drawing/2014/main" id="{6C0BABB6-A2E4-E697-9960-FBC34554C71F}"/>
              </a:ext>
            </a:extLst>
          </p:cNvPr>
          <p:cNvSpPr/>
          <p:nvPr/>
        </p:nvSpPr>
        <p:spPr>
          <a:xfrm>
            <a:off x="3633785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80" name="Oval 1879">
            <a:extLst>
              <a:ext uri="{FF2B5EF4-FFF2-40B4-BE49-F238E27FC236}">
                <a16:creationId xmlns:a16="http://schemas.microsoft.com/office/drawing/2014/main" id="{21FF218F-7048-2423-39A1-A3997414EDDD}"/>
              </a:ext>
            </a:extLst>
          </p:cNvPr>
          <p:cNvSpPr/>
          <p:nvPr/>
        </p:nvSpPr>
        <p:spPr>
          <a:xfrm>
            <a:off x="3572825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67" name="Oval 1866">
            <a:extLst>
              <a:ext uri="{FF2B5EF4-FFF2-40B4-BE49-F238E27FC236}">
                <a16:creationId xmlns:a16="http://schemas.microsoft.com/office/drawing/2014/main" id="{7AAC9CA9-C3F3-B598-8614-7F6C6DDADEC4}"/>
              </a:ext>
            </a:extLst>
          </p:cNvPr>
          <p:cNvSpPr/>
          <p:nvPr/>
        </p:nvSpPr>
        <p:spPr>
          <a:xfrm>
            <a:off x="381220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70" name="Oval 1869">
            <a:extLst>
              <a:ext uri="{FF2B5EF4-FFF2-40B4-BE49-F238E27FC236}">
                <a16:creationId xmlns:a16="http://schemas.microsoft.com/office/drawing/2014/main" id="{65E2650F-CD69-7037-5505-B1B7BD2470D8}"/>
              </a:ext>
            </a:extLst>
          </p:cNvPr>
          <p:cNvSpPr/>
          <p:nvPr/>
        </p:nvSpPr>
        <p:spPr>
          <a:xfrm>
            <a:off x="3751244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73" name="Oval 1872">
            <a:extLst>
              <a:ext uri="{FF2B5EF4-FFF2-40B4-BE49-F238E27FC236}">
                <a16:creationId xmlns:a16="http://schemas.microsoft.com/office/drawing/2014/main" id="{C046A313-F479-6550-94EF-B5AFA59F53EC}"/>
              </a:ext>
            </a:extLst>
          </p:cNvPr>
          <p:cNvSpPr/>
          <p:nvPr/>
        </p:nvSpPr>
        <p:spPr>
          <a:xfrm>
            <a:off x="3690284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60" name="Oval 1859">
            <a:extLst>
              <a:ext uri="{FF2B5EF4-FFF2-40B4-BE49-F238E27FC236}">
                <a16:creationId xmlns:a16="http://schemas.microsoft.com/office/drawing/2014/main" id="{69272334-0E87-2E28-BF11-232EFAEBFF88}"/>
              </a:ext>
            </a:extLst>
          </p:cNvPr>
          <p:cNvSpPr/>
          <p:nvPr/>
        </p:nvSpPr>
        <p:spPr>
          <a:xfrm>
            <a:off x="392966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63" name="Oval 1862">
            <a:extLst>
              <a:ext uri="{FF2B5EF4-FFF2-40B4-BE49-F238E27FC236}">
                <a16:creationId xmlns:a16="http://schemas.microsoft.com/office/drawing/2014/main" id="{17AFA446-3E99-653D-BE6F-52CE3499A625}"/>
              </a:ext>
            </a:extLst>
          </p:cNvPr>
          <p:cNvSpPr/>
          <p:nvPr/>
        </p:nvSpPr>
        <p:spPr>
          <a:xfrm>
            <a:off x="3868703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66" name="Oval 1865">
            <a:extLst>
              <a:ext uri="{FF2B5EF4-FFF2-40B4-BE49-F238E27FC236}">
                <a16:creationId xmlns:a16="http://schemas.microsoft.com/office/drawing/2014/main" id="{E7C44A5E-22C1-B268-2AE6-6C0B0958BB3A}"/>
              </a:ext>
            </a:extLst>
          </p:cNvPr>
          <p:cNvSpPr/>
          <p:nvPr/>
        </p:nvSpPr>
        <p:spPr>
          <a:xfrm>
            <a:off x="3807743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54" name="Oval 1853">
            <a:extLst>
              <a:ext uri="{FF2B5EF4-FFF2-40B4-BE49-F238E27FC236}">
                <a16:creationId xmlns:a16="http://schemas.microsoft.com/office/drawing/2014/main" id="{5A0531F9-A2D7-7092-D115-AA9DC4C746B7}"/>
              </a:ext>
            </a:extLst>
          </p:cNvPr>
          <p:cNvSpPr/>
          <p:nvPr/>
        </p:nvSpPr>
        <p:spPr>
          <a:xfrm>
            <a:off x="402680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55" name="Oval 1854">
            <a:extLst>
              <a:ext uri="{FF2B5EF4-FFF2-40B4-BE49-F238E27FC236}">
                <a16:creationId xmlns:a16="http://schemas.microsoft.com/office/drawing/2014/main" id="{9A481E07-99BD-C739-B043-1023A25EEF8B}"/>
              </a:ext>
            </a:extLst>
          </p:cNvPr>
          <p:cNvSpPr/>
          <p:nvPr/>
        </p:nvSpPr>
        <p:spPr>
          <a:xfrm>
            <a:off x="400648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57" name="Oval 1856">
            <a:extLst>
              <a:ext uri="{FF2B5EF4-FFF2-40B4-BE49-F238E27FC236}">
                <a16:creationId xmlns:a16="http://schemas.microsoft.com/office/drawing/2014/main" id="{07429C34-26A9-0E48-E9B8-7BAEA5F8FF5F}"/>
              </a:ext>
            </a:extLst>
          </p:cNvPr>
          <p:cNvSpPr/>
          <p:nvPr/>
        </p:nvSpPr>
        <p:spPr>
          <a:xfrm>
            <a:off x="396584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58" name="Oval 1857">
            <a:extLst>
              <a:ext uri="{FF2B5EF4-FFF2-40B4-BE49-F238E27FC236}">
                <a16:creationId xmlns:a16="http://schemas.microsoft.com/office/drawing/2014/main" id="{6A393D91-0687-1E4F-FD60-3AC9D6B4C9E6}"/>
              </a:ext>
            </a:extLst>
          </p:cNvPr>
          <p:cNvSpPr/>
          <p:nvPr/>
        </p:nvSpPr>
        <p:spPr>
          <a:xfrm>
            <a:off x="394552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22" name="Oval 1921">
            <a:extLst>
              <a:ext uri="{FF2B5EF4-FFF2-40B4-BE49-F238E27FC236}">
                <a16:creationId xmlns:a16="http://schemas.microsoft.com/office/drawing/2014/main" id="{9EE4DB14-1FED-D7E7-D7B3-F708B9F21FEA}"/>
              </a:ext>
            </a:extLst>
          </p:cNvPr>
          <p:cNvSpPr/>
          <p:nvPr/>
        </p:nvSpPr>
        <p:spPr>
          <a:xfrm>
            <a:off x="4404266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23" name="Oval 1922">
            <a:extLst>
              <a:ext uri="{FF2B5EF4-FFF2-40B4-BE49-F238E27FC236}">
                <a16:creationId xmlns:a16="http://schemas.microsoft.com/office/drawing/2014/main" id="{C198C442-DA70-39CF-9E3D-0B54D6F62783}"/>
              </a:ext>
            </a:extLst>
          </p:cNvPr>
          <p:cNvSpPr/>
          <p:nvPr/>
        </p:nvSpPr>
        <p:spPr>
          <a:xfrm>
            <a:off x="4383946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24" name="Oval 1923">
            <a:extLst>
              <a:ext uri="{FF2B5EF4-FFF2-40B4-BE49-F238E27FC236}">
                <a16:creationId xmlns:a16="http://schemas.microsoft.com/office/drawing/2014/main" id="{213D7F7A-2372-4EA4-8EBB-E6754C8D05B3}"/>
              </a:ext>
            </a:extLst>
          </p:cNvPr>
          <p:cNvSpPr/>
          <p:nvPr/>
        </p:nvSpPr>
        <p:spPr>
          <a:xfrm>
            <a:off x="4363626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18" name="Oval 1917">
            <a:extLst>
              <a:ext uri="{FF2B5EF4-FFF2-40B4-BE49-F238E27FC236}">
                <a16:creationId xmlns:a16="http://schemas.microsoft.com/office/drawing/2014/main" id="{D6165342-B135-F8C0-D350-5839FF1F4536}"/>
              </a:ext>
            </a:extLst>
          </p:cNvPr>
          <p:cNvSpPr/>
          <p:nvPr/>
        </p:nvSpPr>
        <p:spPr>
          <a:xfrm>
            <a:off x="4460765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11" name="Oval 1910">
            <a:extLst>
              <a:ext uri="{FF2B5EF4-FFF2-40B4-BE49-F238E27FC236}">
                <a16:creationId xmlns:a16="http://schemas.microsoft.com/office/drawing/2014/main" id="{FD975ED3-4A7B-8A98-06D1-467B7B215597}"/>
              </a:ext>
            </a:extLst>
          </p:cNvPr>
          <p:cNvSpPr/>
          <p:nvPr/>
        </p:nvSpPr>
        <p:spPr>
          <a:xfrm>
            <a:off x="4578224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04" name="Oval 1903">
            <a:extLst>
              <a:ext uri="{FF2B5EF4-FFF2-40B4-BE49-F238E27FC236}">
                <a16:creationId xmlns:a16="http://schemas.microsoft.com/office/drawing/2014/main" id="{FA69814F-8FA8-117D-D246-E035F52FF18D}"/>
              </a:ext>
            </a:extLst>
          </p:cNvPr>
          <p:cNvSpPr/>
          <p:nvPr/>
        </p:nvSpPr>
        <p:spPr>
          <a:xfrm>
            <a:off x="4695683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4" name="Oval 1893">
            <a:extLst>
              <a:ext uri="{FF2B5EF4-FFF2-40B4-BE49-F238E27FC236}">
                <a16:creationId xmlns:a16="http://schemas.microsoft.com/office/drawing/2014/main" id="{6083CDA9-1350-4975-37B9-AFD6A5806A51}"/>
              </a:ext>
            </a:extLst>
          </p:cNvPr>
          <p:cNvSpPr/>
          <p:nvPr/>
        </p:nvSpPr>
        <p:spPr>
          <a:xfrm>
            <a:off x="4874101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5" name="Oval 1894">
            <a:extLst>
              <a:ext uri="{FF2B5EF4-FFF2-40B4-BE49-F238E27FC236}">
                <a16:creationId xmlns:a16="http://schemas.microsoft.com/office/drawing/2014/main" id="{C1860AF4-D2F1-6A5A-8A3F-295F0728FC24}"/>
              </a:ext>
            </a:extLst>
          </p:cNvPr>
          <p:cNvSpPr/>
          <p:nvPr/>
        </p:nvSpPr>
        <p:spPr>
          <a:xfrm>
            <a:off x="485378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6" name="Oval 1895">
            <a:extLst>
              <a:ext uri="{FF2B5EF4-FFF2-40B4-BE49-F238E27FC236}">
                <a16:creationId xmlns:a16="http://schemas.microsoft.com/office/drawing/2014/main" id="{CB6EF666-ED5B-0F1D-933C-245971E7E266}"/>
              </a:ext>
            </a:extLst>
          </p:cNvPr>
          <p:cNvSpPr/>
          <p:nvPr/>
        </p:nvSpPr>
        <p:spPr>
          <a:xfrm>
            <a:off x="483346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8" name="Oval 1897">
            <a:extLst>
              <a:ext uri="{FF2B5EF4-FFF2-40B4-BE49-F238E27FC236}">
                <a16:creationId xmlns:a16="http://schemas.microsoft.com/office/drawing/2014/main" id="{A47FBD2E-75FF-B0FC-FB3A-B75B90126DA4}"/>
              </a:ext>
            </a:extLst>
          </p:cNvPr>
          <p:cNvSpPr/>
          <p:nvPr/>
        </p:nvSpPr>
        <p:spPr>
          <a:xfrm>
            <a:off x="479282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9" name="Oval 1898">
            <a:extLst>
              <a:ext uri="{FF2B5EF4-FFF2-40B4-BE49-F238E27FC236}">
                <a16:creationId xmlns:a16="http://schemas.microsoft.com/office/drawing/2014/main" id="{EF904E4F-6BB8-A75D-1B6D-4FCA06C90E04}"/>
              </a:ext>
            </a:extLst>
          </p:cNvPr>
          <p:cNvSpPr/>
          <p:nvPr/>
        </p:nvSpPr>
        <p:spPr>
          <a:xfrm>
            <a:off x="477250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00" name="Oval 1899">
            <a:extLst>
              <a:ext uri="{FF2B5EF4-FFF2-40B4-BE49-F238E27FC236}">
                <a16:creationId xmlns:a16="http://schemas.microsoft.com/office/drawing/2014/main" id="{EEB498DC-1FC0-27FB-00CC-4678E0263E41}"/>
              </a:ext>
            </a:extLst>
          </p:cNvPr>
          <p:cNvSpPr/>
          <p:nvPr/>
        </p:nvSpPr>
        <p:spPr>
          <a:xfrm>
            <a:off x="4752181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64" name="Oval 1963">
            <a:extLst>
              <a:ext uri="{FF2B5EF4-FFF2-40B4-BE49-F238E27FC236}">
                <a16:creationId xmlns:a16="http://schemas.microsoft.com/office/drawing/2014/main" id="{090E2B4D-07EF-A19E-EA13-FA0D78A858BB}"/>
              </a:ext>
            </a:extLst>
          </p:cNvPr>
          <p:cNvSpPr/>
          <p:nvPr/>
        </p:nvSpPr>
        <p:spPr>
          <a:xfrm>
            <a:off x="5210926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65" name="Oval 1964">
            <a:extLst>
              <a:ext uri="{FF2B5EF4-FFF2-40B4-BE49-F238E27FC236}">
                <a16:creationId xmlns:a16="http://schemas.microsoft.com/office/drawing/2014/main" id="{E60FEBB4-E51B-B03C-47A9-2A4D76C8A41F}"/>
              </a:ext>
            </a:extLst>
          </p:cNvPr>
          <p:cNvSpPr/>
          <p:nvPr/>
        </p:nvSpPr>
        <p:spPr>
          <a:xfrm>
            <a:off x="5190606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56" name="Oval 1955">
            <a:extLst>
              <a:ext uri="{FF2B5EF4-FFF2-40B4-BE49-F238E27FC236}">
                <a16:creationId xmlns:a16="http://schemas.microsoft.com/office/drawing/2014/main" id="{3DE54B23-82EF-6F5F-54CE-AF60B4CC5EE5}"/>
              </a:ext>
            </a:extLst>
          </p:cNvPr>
          <p:cNvSpPr/>
          <p:nvPr/>
        </p:nvSpPr>
        <p:spPr>
          <a:xfrm>
            <a:off x="534870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59" name="Oval 1958">
            <a:extLst>
              <a:ext uri="{FF2B5EF4-FFF2-40B4-BE49-F238E27FC236}">
                <a16:creationId xmlns:a16="http://schemas.microsoft.com/office/drawing/2014/main" id="{5FDEF694-8FBD-15D5-634E-DDEBFFF3F9CB}"/>
              </a:ext>
            </a:extLst>
          </p:cNvPr>
          <p:cNvSpPr/>
          <p:nvPr/>
        </p:nvSpPr>
        <p:spPr>
          <a:xfrm>
            <a:off x="5287745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62" name="Oval 1961">
            <a:extLst>
              <a:ext uri="{FF2B5EF4-FFF2-40B4-BE49-F238E27FC236}">
                <a16:creationId xmlns:a16="http://schemas.microsoft.com/office/drawing/2014/main" id="{2E3D404F-B46C-F71E-EEC6-3BF5D658E316}"/>
              </a:ext>
            </a:extLst>
          </p:cNvPr>
          <p:cNvSpPr/>
          <p:nvPr/>
        </p:nvSpPr>
        <p:spPr>
          <a:xfrm>
            <a:off x="5226785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9" name="Oval 1948">
            <a:extLst>
              <a:ext uri="{FF2B5EF4-FFF2-40B4-BE49-F238E27FC236}">
                <a16:creationId xmlns:a16="http://schemas.microsoft.com/office/drawing/2014/main" id="{437308D8-73D7-D70D-7C06-060ABD8405FE}"/>
              </a:ext>
            </a:extLst>
          </p:cNvPr>
          <p:cNvSpPr/>
          <p:nvPr/>
        </p:nvSpPr>
        <p:spPr>
          <a:xfrm>
            <a:off x="546616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52" name="Oval 1951">
            <a:extLst>
              <a:ext uri="{FF2B5EF4-FFF2-40B4-BE49-F238E27FC236}">
                <a16:creationId xmlns:a16="http://schemas.microsoft.com/office/drawing/2014/main" id="{F7B654D5-F507-85E1-AE93-09E131653E63}"/>
              </a:ext>
            </a:extLst>
          </p:cNvPr>
          <p:cNvSpPr/>
          <p:nvPr/>
        </p:nvSpPr>
        <p:spPr>
          <a:xfrm>
            <a:off x="5405204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55" name="Oval 1954">
            <a:extLst>
              <a:ext uri="{FF2B5EF4-FFF2-40B4-BE49-F238E27FC236}">
                <a16:creationId xmlns:a16="http://schemas.microsoft.com/office/drawing/2014/main" id="{B4E28B3B-7828-872A-0BAE-BD9D03B3B7E0}"/>
              </a:ext>
            </a:extLst>
          </p:cNvPr>
          <p:cNvSpPr/>
          <p:nvPr/>
        </p:nvSpPr>
        <p:spPr>
          <a:xfrm>
            <a:off x="5344244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2" name="Oval 1941">
            <a:extLst>
              <a:ext uri="{FF2B5EF4-FFF2-40B4-BE49-F238E27FC236}">
                <a16:creationId xmlns:a16="http://schemas.microsoft.com/office/drawing/2014/main" id="{6289D117-6656-D529-DE06-C2637C6C593A}"/>
              </a:ext>
            </a:extLst>
          </p:cNvPr>
          <p:cNvSpPr/>
          <p:nvPr/>
        </p:nvSpPr>
        <p:spPr>
          <a:xfrm>
            <a:off x="558362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5" name="Oval 1944">
            <a:extLst>
              <a:ext uri="{FF2B5EF4-FFF2-40B4-BE49-F238E27FC236}">
                <a16:creationId xmlns:a16="http://schemas.microsoft.com/office/drawing/2014/main" id="{EAE7879F-21BB-3383-95FF-8774945017B8}"/>
              </a:ext>
            </a:extLst>
          </p:cNvPr>
          <p:cNvSpPr/>
          <p:nvPr/>
        </p:nvSpPr>
        <p:spPr>
          <a:xfrm>
            <a:off x="5522663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8" name="Oval 1947">
            <a:extLst>
              <a:ext uri="{FF2B5EF4-FFF2-40B4-BE49-F238E27FC236}">
                <a16:creationId xmlns:a16="http://schemas.microsoft.com/office/drawing/2014/main" id="{CD5142B1-E171-3583-5445-7F08368FA5EE}"/>
              </a:ext>
            </a:extLst>
          </p:cNvPr>
          <p:cNvSpPr/>
          <p:nvPr/>
        </p:nvSpPr>
        <p:spPr>
          <a:xfrm>
            <a:off x="5461703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39" name="Oval 1938">
            <a:extLst>
              <a:ext uri="{FF2B5EF4-FFF2-40B4-BE49-F238E27FC236}">
                <a16:creationId xmlns:a16="http://schemas.microsoft.com/office/drawing/2014/main" id="{E7F62C8B-934C-4C56-5F1E-165E4BE2E3AC}"/>
              </a:ext>
            </a:extLst>
          </p:cNvPr>
          <p:cNvSpPr/>
          <p:nvPr/>
        </p:nvSpPr>
        <p:spPr>
          <a:xfrm>
            <a:off x="561980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0" name="Oval 1939">
            <a:extLst>
              <a:ext uri="{FF2B5EF4-FFF2-40B4-BE49-F238E27FC236}">
                <a16:creationId xmlns:a16="http://schemas.microsoft.com/office/drawing/2014/main" id="{E5C2784F-4C51-063B-AC54-6E630F4AF1D6}"/>
              </a:ext>
            </a:extLst>
          </p:cNvPr>
          <p:cNvSpPr/>
          <p:nvPr/>
        </p:nvSpPr>
        <p:spPr>
          <a:xfrm>
            <a:off x="559948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5" name="Oval 2004">
            <a:extLst>
              <a:ext uri="{FF2B5EF4-FFF2-40B4-BE49-F238E27FC236}">
                <a16:creationId xmlns:a16="http://schemas.microsoft.com/office/drawing/2014/main" id="{5432F87C-92C4-CCAC-E354-7D5EE7D7173E}"/>
              </a:ext>
            </a:extLst>
          </p:cNvPr>
          <p:cNvSpPr/>
          <p:nvPr/>
        </p:nvSpPr>
        <p:spPr>
          <a:xfrm>
            <a:off x="6037906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6" name="Oval 2005">
            <a:extLst>
              <a:ext uri="{FF2B5EF4-FFF2-40B4-BE49-F238E27FC236}">
                <a16:creationId xmlns:a16="http://schemas.microsoft.com/office/drawing/2014/main" id="{4C03B951-C5A3-F1DC-C03B-9EF057CCF952}"/>
              </a:ext>
            </a:extLst>
          </p:cNvPr>
          <p:cNvSpPr/>
          <p:nvPr/>
        </p:nvSpPr>
        <p:spPr>
          <a:xfrm>
            <a:off x="6017586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8" name="Oval 2007">
            <a:extLst>
              <a:ext uri="{FF2B5EF4-FFF2-40B4-BE49-F238E27FC236}">
                <a16:creationId xmlns:a16="http://schemas.microsoft.com/office/drawing/2014/main" id="{02819BC9-F2FE-4086-7438-B1F4E8E56BCD}"/>
              </a:ext>
            </a:extLst>
          </p:cNvPr>
          <p:cNvSpPr/>
          <p:nvPr/>
        </p:nvSpPr>
        <p:spPr>
          <a:xfrm>
            <a:off x="5976946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9" name="Oval 2008">
            <a:extLst>
              <a:ext uri="{FF2B5EF4-FFF2-40B4-BE49-F238E27FC236}">
                <a16:creationId xmlns:a16="http://schemas.microsoft.com/office/drawing/2014/main" id="{CACB89D2-05AB-F41E-469E-57E195DECBCE}"/>
              </a:ext>
            </a:extLst>
          </p:cNvPr>
          <p:cNvSpPr/>
          <p:nvPr/>
        </p:nvSpPr>
        <p:spPr>
          <a:xfrm>
            <a:off x="5956626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97" name="Oval 1996">
            <a:extLst>
              <a:ext uri="{FF2B5EF4-FFF2-40B4-BE49-F238E27FC236}">
                <a16:creationId xmlns:a16="http://schemas.microsoft.com/office/drawing/2014/main" id="{78B0B060-48CD-B856-A65D-FC3E4FF7F3F0}"/>
              </a:ext>
            </a:extLst>
          </p:cNvPr>
          <p:cNvSpPr/>
          <p:nvPr/>
        </p:nvSpPr>
        <p:spPr>
          <a:xfrm>
            <a:off x="617568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0" name="Oval 1999">
            <a:extLst>
              <a:ext uri="{FF2B5EF4-FFF2-40B4-BE49-F238E27FC236}">
                <a16:creationId xmlns:a16="http://schemas.microsoft.com/office/drawing/2014/main" id="{8A1AD93D-8990-94C2-C2A1-4BEE6C4010F4}"/>
              </a:ext>
            </a:extLst>
          </p:cNvPr>
          <p:cNvSpPr/>
          <p:nvPr/>
        </p:nvSpPr>
        <p:spPr>
          <a:xfrm>
            <a:off x="6114725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3" name="Oval 2002">
            <a:extLst>
              <a:ext uri="{FF2B5EF4-FFF2-40B4-BE49-F238E27FC236}">
                <a16:creationId xmlns:a16="http://schemas.microsoft.com/office/drawing/2014/main" id="{CF3602E8-897C-B4EF-F523-A87F9B49D5EF}"/>
              </a:ext>
            </a:extLst>
          </p:cNvPr>
          <p:cNvSpPr/>
          <p:nvPr/>
        </p:nvSpPr>
        <p:spPr>
          <a:xfrm>
            <a:off x="6053765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90" name="Oval 1989">
            <a:extLst>
              <a:ext uri="{FF2B5EF4-FFF2-40B4-BE49-F238E27FC236}">
                <a16:creationId xmlns:a16="http://schemas.microsoft.com/office/drawing/2014/main" id="{3D7B1280-0FAB-332D-D563-570C591E3EBD}"/>
              </a:ext>
            </a:extLst>
          </p:cNvPr>
          <p:cNvSpPr/>
          <p:nvPr/>
        </p:nvSpPr>
        <p:spPr>
          <a:xfrm>
            <a:off x="629314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93" name="Oval 1992">
            <a:extLst>
              <a:ext uri="{FF2B5EF4-FFF2-40B4-BE49-F238E27FC236}">
                <a16:creationId xmlns:a16="http://schemas.microsoft.com/office/drawing/2014/main" id="{813F562A-0C8A-AEF7-64B2-9D9D69EDD65E}"/>
              </a:ext>
            </a:extLst>
          </p:cNvPr>
          <p:cNvSpPr/>
          <p:nvPr/>
        </p:nvSpPr>
        <p:spPr>
          <a:xfrm>
            <a:off x="6232184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96" name="Oval 1995">
            <a:extLst>
              <a:ext uri="{FF2B5EF4-FFF2-40B4-BE49-F238E27FC236}">
                <a16:creationId xmlns:a16="http://schemas.microsoft.com/office/drawing/2014/main" id="{C2C2D77A-996A-6CAD-5826-56447BB623D4}"/>
              </a:ext>
            </a:extLst>
          </p:cNvPr>
          <p:cNvSpPr/>
          <p:nvPr/>
        </p:nvSpPr>
        <p:spPr>
          <a:xfrm>
            <a:off x="6171224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83" name="Oval 1982">
            <a:extLst>
              <a:ext uri="{FF2B5EF4-FFF2-40B4-BE49-F238E27FC236}">
                <a16:creationId xmlns:a16="http://schemas.microsoft.com/office/drawing/2014/main" id="{1AE87289-1FC2-8CC9-6C9F-A4CDB0326ECF}"/>
              </a:ext>
            </a:extLst>
          </p:cNvPr>
          <p:cNvSpPr/>
          <p:nvPr/>
        </p:nvSpPr>
        <p:spPr>
          <a:xfrm>
            <a:off x="641060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86" name="Oval 1985">
            <a:extLst>
              <a:ext uri="{FF2B5EF4-FFF2-40B4-BE49-F238E27FC236}">
                <a16:creationId xmlns:a16="http://schemas.microsoft.com/office/drawing/2014/main" id="{F33CE006-3F02-27E4-1943-DA3F1E960B7D}"/>
              </a:ext>
            </a:extLst>
          </p:cNvPr>
          <p:cNvSpPr/>
          <p:nvPr/>
        </p:nvSpPr>
        <p:spPr>
          <a:xfrm>
            <a:off x="6349643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89" name="Oval 1988">
            <a:extLst>
              <a:ext uri="{FF2B5EF4-FFF2-40B4-BE49-F238E27FC236}">
                <a16:creationId xmlns:a16="http://schemas.microsoft.com/office/drawing/2014/main" id="{90FF1D1E-6008-A1E6-324B-F86949DAB6B3}"/>
              </a:ext>
            </a:extLst>
          </p:cNvPr>
          <p:cNvSpPr/>
          <p:nvPr/>
        </p:nvSpPr>
        <p:spPr>
          <a:xfrm>
            <a:off x="6288683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80" name="Oval 1979">
            <a:extLst>
              <a:ext uri="{FF2B5EF4-FFF2-40B4-BE49-F238E27FC236}">
                <a16:creationId xmlns:a16="http://schemas.microsoft.com/office/drawing/2014/main" id="{C0D05BA6-980A-AEC5-A774-148596D23F01}"/>
              </a:ext>
            </a:extLst>
          </p:cNvPr>
          <p:cNvSpPr/>
          <p:nvPr/>
        </p:nvSpPr>
        <p:spPr>
          <a:xfrm>
            <a:off x="644678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81" name="Oval 1980">
            <a:extLst>
              <a:ext uri="{FF2B5EF4-FFF2-40B4-BE49-F238E27FC236}">
                <a16:creationId xmlns:a16="http://schemas.microsoft.com/office/drawing/2014/main" id="{38DC819A-2697-AB0C-DAA4-0A3259870538}"/>
              </a:ext>
            </a:extLst>
          </p:cNvPr>
          <p:cNvSpPr/>
          <p:nvPr/>
        </p:nvSpPr>
        <p:spPr>
          <a:xfrm>
            <a:off x="642646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45" name="Oval 2044">
            <a:extLst>
              <a:ext uri="{FF2B5EF4-FFF2-40B4-BE49-F238E27FC236}">
                <a16:creationId xmlns:a16="http://schemas.microsoft.com/office/drawing/2014/main" id="{4D7122AF-6B22-802F-FFAF-60184A66F7D5}"/>
              </a:ext>
            </a:extLst>
          </p:cNvPr>
          <p:cNvSpPr/>
          <p:nvPr/>
        </p:nvSpPr>
        <p:spPr>
          <a:xfrm>
            <a:off x="6885206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38" name="Oval 2037">
            <a:extLst>
              <a:ext uri="{FF2B5EF4-FFF2-40B4-BE49-F238E27FC236}">
                <a16:creationId xmlns:a16="http://schemas.microsoft.com/office/drawing/2014/main" id="{6A8D9B50-B2B0-83EA-DB64-1845D5166E15}"/>
              </a:ext>
            </a:extLst>
          </p:cNvPr>
          <p:cNvSpPr/>
          <p:nvPr/>
        </p:nvSpPr>
        <p:spPr>
          <a:xfrm>
            <a:off x="700266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31" name="Oval 2030">
            <a:extLst>
              <a:ext uri="{FF2B5EF4-FFF2-40B4-BE49-F238E27FC236}">
                <a16:creationId xmlns:a16="http://schemas.microsoft.com/office/drawing/2014/main" id="{D8DAD74B-92C0-59AA-2003-E33E41E3FDC7}"/>
              </a:ext>
            </a:extLst>
          </p:cNvPr>
          <p:cNvSpPr/>
          <p:nvPr/>
        </p:nvSpPr>
        <p:spPr>
          <a:xfrm>
            <a:off x="712012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24" name="Oval 2023">
            <a:extLst>
              <a:ext uri="{FF2B5EF4-FFF2-40B4-BE49-F238E27FC236}">
                <a16:creationId xmlns:a16="http://schemas.microsoft.com/office/drawing/2014/main" id="{7F4A461E-D91C-579E-EDDD-A9DF47782F30}"/>
              </a:ext>
            </a:extLst>
          </p:cNvPr>
          <p:cNvSpPr/>
          <p:nvPr/>
        </p:nvSpPr>
        <p:spPr>
          <a:xfrm>
            <a:off x="723758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18" name="Oval 2017">
            <a:extLst>
              <a:ext uri="{FF2B5EF4-FFF2-40B4-BE49-F238E27FC236}">
                <a16:creationId xmlns:a16="http://schemas.microsoft.com/office/drawing/2014/main" id="{4F1E3FA1-FEEA-9D1F-726B-656EC7B91B77}"/>
              </a:ext>
            </a:extLst>
          </p:cNvPr>
          <p:cNvSpPr/>
          <p:nvPr/>
        </p:nvSpPr>
        <p:spPr>
          <a:xfrm>
            <a:off x="733472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19" name="Oval 2018">
            <a:extLst>
              <a:ext uri="{FF2B5EF4-FFF2-40B4-BE49-F238E27FC236}">
                <a16:creationId xmlns:a16="http://schemas.microsoft.com/office/drawing/2014/main" id="{9F4ACDC5-0FB7-D419-5C20-15BD9343FE64}"/>
              </a:ext>
            </a:extLst>
          </p:cNvPr>
          <p:cNvSpPr/>
          <p:nvPr/>
        </p:nvSpPr>
        <p:spPr>
          <a:xfrm>
            <a:off x="731440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20" name="Oval 2019">
            <a:extLst>
              <a:ext uri="{FF2B5EF4-FFF2-40B4-BE49-F238E27FC236}">
                <a16:creationId xmlns:a16="http://schemas.microsoft.com/office/drawing/2014/main" id="{9C15F197-574A-1162-84EC-D0A12C325F8D}"/>
              </a:ext>
            </a:extLst>
          </p:cNvPr>
          <p:cNvSpPr/>
          <p:nvPr/>
        </p:nvSpPr>
        <p:spPr>
          <a:xfrm>
            <a:off x="7294081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21" name="Oval 2020">
            <a:extLst>
              <a:ext uri="{FF2B5EF4-FFF2-40B4-BE49-F238E27FC236}">
                <a16:creationId xmlns:a16="http://schemas.microsoft.com/office/drawing/2014/main" id="{EE09C46F-C16E-D270-B2AE-DBA9E6D6ED87}"/>
              </a:ext>
            </a:extLst>
          </p:cNvPr>
          <p:cNvSpPr/>
          <p:nvPr/>
        </p:nvSpPr>
        <p:spPr>
          <a:xfrm>
            <a:off x="727376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22" name="Oval 2021">
            <a:extLst>
              <a:ext uri="{FF2B5EF4-FFF2-40B4-BE49-F238E27FC236}">
                <a16:creationId xmlns:a16="http://schemas.microsoft.com/office/drawing/2014/main" id="{9CECD572-F932-952F-1D25-1F8352C444FD}"/>
              </a:ext>
            </a:extLst>
          </p:cNvPr>
          <p:cNvSpPr/>
          <p:nvPr/>
        </p:nvSpPr>
        <p:spPr>
          <a:xfrm>
            <a:off x="725344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23" name="Oval 2022">
            <a:extLst>
              <a:ext uri="{FF2B5EF4-FFF2-40B4-BE49-F238E27FC236}">
                <a16:creationId xmlns:a16="http://schemas.microsoft.com/office/drawing/2014/main" id="{573892D1-DE43-A5BD-2DF9-6B7E89A8F1AE}"/>
              </a:ext>
            </a:extLst>
          </p:cNvPr>
          <p:cNvSpPr/>
          <p:nvPr/>
        </p:nvSpPr>
        <p:spPr>
          <a:xfrm>
            <a:off x="7233121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87" name="Oval 2086">
            <a:extLst>
              <a:ext uri="{FF2B5EF4-FFF2-40B4-BE49-F238E27FC236}">
                <a16:creationId xmlns:a16="http://schemas.microsoft.com/office/drawing/2014/main" id="{5C0D9A04-2BDB-0B32-174E-C0C03416A81E}"/>
              </a:ext>
            </a:extLst>
          </p:cNvPr>
          <p:cNvSpPr/>
          <p:nvPr/>
        </p:nvSpPr>
        <p:spPr>
          <a:xfrm>
            <a:off x="7691866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88" name="Oval 2087">
            <a:extLst>
              <a:ext uri="{FF2B5EF4-FFF2-40B4-BE49-F238E27FC236}">
                <a16:creationId xmlns:a16="http://schemas.microsoft.com/office/drawing/2014/main" id="{A6CE425C-F27C-6BD0-EE0B-B8513655BEAA}"/>
              </a:ext>
            </a:extLst>
          </p:cNvPr>
          <p:cNvSpPr/>
          <p:nvPr/>
        </p:nvSpPr>
        <p:spPr>
          <a:xfrm>
            <a:off x="7671546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90" name="Oval 2089">
            <a:extLst>
              <a:ext uri="{FF2B5EF4-FFF2-40B4-BE49-F238E27FC236}">
                <a16:creationId xmlns:a16="http://schemas.microsoft.com/office/drawing/2014/main" id="{59240280-93DB-D624-0F0E-DFC087F9317C}"/>
              </a:ext>
            </a:extLst>
          </p:cNvPr>
          <p:cNvSpPr/>
          <p:nvPr/>
        </p:nvSpPr>
        <p:spPr>
          <a:xfrm>
            <a:off x="7630906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91" name="Oval 2090">
            <a:extLst>
              <a:ext uri="{FF2B5EF4-FFF2-40B4-BE49-F238E27FC236}">
                <a16:creationId xmlns:a16="http://schemas.microsoft.com/office/drawing/2014/main" id="{6D156F96-72CF-D27B-28CE-D80B54A704D6}"/>
              </a:ext>
            </a:extLst>
          </p:cNvPr>
          <p:cNvSpPr/>
          <p:nvPr/>
        </p:nvSpPr>
        <p:spPr>
          <a:xfrm>
            <a:off x="7610586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79" name="Oval 2078">
            <a:extLst>
              <a:ext uri="{FF2B5EF4-FFF2-40B4-BE49-F238E27FC236}">
                <a16:creationId xmlns:a16="http://schemas.microsoft.com/office/drawing/2014/main" id="{F7FB2D90-FB81-C371-E90E-2FEEBC55152F}"/>
              </a:ext>
            </a:extLst>
          </p:cNvPr>
          <p:cNvSpPr/>
          <p:nvPr/>
        </p:nvSpPr>
        <p:spPr>
          <a:xfrm>
            <a:off x="782964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82" name="Oval 2081">
            <a:extLst>
              <a:ext uri="{FF2B5EF4-FFF2-40B4-BE49-F238E27FC236}">
                <a16:creationId xmlns:a16="http://schemas.microsoft.com/office/drawing/2014/main" id="{0E717A4D-35F1-8125-D693-CD3B1821A3B5}"/>
              </a:ext>
            </a:extLst>
          </p:cNvPr>
          <p:cNvSpPr/>
          <p:nvPr/>
        </p:nvSpPr>
        <p:spPr>
          <a:xfrm>
            <a:off x="7768685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85" name="Oval 2084">
            <a:extLst>
              <a:ext uri="{FF2B5EF4-FFF2-40B4-BE49-F238E27FC236}">
                <a16:creationId xmlns:a16="http://schemas.microsoft.com/office/drawing/2014/main" id="{3042083B-75B5-B144-CF33-314DC393D0C9}"/>
              </a:ext>
            </a:extLst>
          </p:cNvPr>
          <p:cNvSpPr/>
          <p:nvPr/>
        </p:nvSpPr>
        <p:spPr>
          <a:xfrm>
            <a:off x="7707725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72" name="Oval 2071">
            <a:extLst>
              <a:ext uri="{FF2B5EF4-FFF2-40B4-BE49-F238E27FC236}">
                <a16:creationId xmlns:a16="http://schemas.microsoft.com/office/drawing/2014/main" id="{DCE88A99-50AD-2C62-8D06-C75C31123AA8}"/>
              </a:ext>
            </a:extLst>
          </p:cNvPr>
          <p:cNvSpPr/>
          <p:nvPr/>
        </p:nvSpPr>
        <p:spPr>
          <a:xfrm>
            <a:off x="794710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75" name="Oval 2074">
            <a:extLst>
              <a:ext uri="{FF2B5EF4-FFF2-40B4-BE49-F238E27FC236}">
                <a16:creationId xmlns:a16="http://schemas.microsoft.com/office/drawing/2014/main" id="{348F84E3-EEC7-62EE-1A7C-7FA2EC64CBC2}"/>
              </a:ext>
            </a:extLst>
          </p:cNvPr>
          <p:cNvSpPr/>
          <p:nvPr/>
        </p:nvSpPr>
        <p:spPr>
          <a:xfrm>
            <a:off x="7886144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78" name="Oval 2077">
            <a:extLst>
              <a:ext uri="{FF2B5EF4-FFF2-40B4-BE49-F238E27FC236}">
                <a16:creationId xmlns:a16="http://schemas.microsoft.com/office/drawing/2014/main" id="{E030F8A4-36B3-BCA4-642C-C7B6A8FD766B}"/>
              </a:ext>
            </a:extLst>
          </p:cNvPr>
          <p:cNvSpPr/>
          <p:nvPr/>
        </p:nvSpPr>
        <p:spPr>
          <a:xfrm>
            <a:off x="7825184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65" name="Oval 2064">
            <a:extLst>
              <a:ext uri="{FF2B5EF4-FFF2-40B4-BE49-F238E27FC236}">
                <a16:creationId xmlns:a16="http://schemas.microsoft.com/office/drawing/2014/main" id="{BB8A7FA8-9440-87D5-1DE9-3A43C760B911}"/>
              </a:ext>
            </a:extLst>
          </p:cNvPr>
          <p:cNvSpPr/>
          <p:nvPr/>
        </p:nvSpPr>
        <p:spPr>
          <a:xfrm>
            <a:off x="806456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68" name="Oval 2067">
            <a:extLst>
              <a:ext uri="{FF2B5EF4-FFF2-40B4-BE49-F238E27FC236}">
                <a16:creationId xmlns:a16="http://schemas.microsoft.com/office/drawing/2014/main" id="{D75DF2B2-0C6C-F57F-D05B-A7C0547BCC3D}"/>
              </a:ext>
            </a:extLst>
          </p:cNvPr>
          <p:cNvSpPr/>
          <p:nvPr/>
        </p:nvSpPr>
        <p:spPr>
          <a:xfrm>
            <a:off x="8003603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71" name="Oval 2070">
            <a:extLst>
              <a:ext uri="{FF2B5EF4-FFF2-40B4-BE49-F238E27FC236}">
                <a16:creationId xmlns:a16="http://schemas.microsoft.com/office/drawing/2014/main" id="{2759710C-4A77-E0ED-2BA5-84B7240AA4D4}"/>
              </a:ext>
            </a:extLst>
          </p:cNvPr>
          <p:cNvSpPr/>
          <p:nvPr/>
        </p:nvSpPr>
        <p:spPr>
          <a:xfrm>
            <a:off x="7942643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59" name="Oval 2058">
            <a:extLst>
              <a:ext uri="{FF2B5EF4-FFF2-40B4-BE49-F238E27FC236}">
                <a16:creationId xmlns:a16="http://schemas.microsoft.com/office/drawing/2014/main" id="{312FA159-5AE4-E0B6-38D6-C762F4A28501}"/>
              </a:ext>
            </a:extLst>
          </p:cNvPr>
          <p:cNvSpPr/>
          <p:nvPr/>
        </p:nvSpPr>
        <p:spPr>
          <a:xfrm>
            <a:off x="816170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60" name="Oval 2059">
            <a:extLst>
              <a:ext uri="{FF2B5EF4-FFF2-40B4-BE49-F238E27FC236}">
                <a16:creationId xmlns:a16="http://schemas.microsoft.com/office/drawing/2014/main" id="{DE9F50FF-7783-C045-C247-593EA8A045CA}"/>
              </a:ext>
            </a:extLst>
          </p:cNvPr>
          <p:cNvSpPr/>
          <p:nvPr/>
        </p:nvSpPr>
        <p:spPr>
          <a:xfrm>
            <a:off x="814138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62" name="Oval 2061">
            <a:extLst>
              <a:ext uri="{FF2B5EF4-FFF2-40B4-BE49-F238E27FC236}">
                <a16:creationId xmlns:a16="http://schemas.microsoft.com/office/drawing/2014/main" id="{6BD19E2A-58C5-81FA-D934-C18E999C13F4}"/>
              </a:ext>
            </a:extLst>
          </p:cNvPr>
          <p:cNvSpPr/>
          <p:nvPr/>
        </p:nvSpPr>
        <p:spPr>
          <a:xfrm>
            <a:off x="810074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63" name="Oval 2062">
            <a:extLst>
              <a:ext uri="{FF2B5EF4-FFF2-40B4-BE49-F238E27FC236}">
                <a16:creationId xmlns:a16="http://schemas.microsoft.com/office/drawing/2014/main" id="{32F27265-CCC4-2A98-0A4D-075B015D5686}"/>
              </a:ext>
            </a:extLst>
          </p:cNvPr>
          <p:cNvSpPr/>
          <p:nvPr/>
        </p:nvSpPr>
        <p:spPr>
          <a:xfrm>
            <a:off x="808042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8" name="Oval 2127">
            <a:extLst>
              <a:ext uri="{FF2B5EF4-FFF2-40B4-BE49-F238E27FC236}">
                <a16:creationId xmlns:a16="http://schemas.microsoft.com/office/drawing/2014/main" id="{2EF1B11D-8232-B1FF-DC45-6E195B5739AB}"/>
              </a:ext>
            </a:extLst>
          </p:cNvPr>
          <p:cNvSpPr/>
          <p:nvPr/>
        </p:nvSpPr>
        <p:spPr>
          <a:xfrm>
            <a:off x="8518846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9" name="Oval 2128">
            <a:extLst>
              <a:ext uri="{FF2B5EF4-FFF2-40B4-BE49-F238E27FC236}">
                <a16:creationId xmlns:a16="http://schemas.microsoft.com/office/drawing/2014/main" id="{0926B3CB-406D-2CDB-404B-0C25DDDD6E70}"/>
              </a:ext>
            </a:extLst>
          </p:cNvPr>
          <p:cNvSpPr/>
          <p:nvPr/>
        </p:nvSpPr>
        <p:spPr>
          <a:xfrm>
            <a:off x="8498526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0" name="Oval 2119">
            <a:extLst>
              <a:ext uri="{FF2B5EF4-FFF2-40B4-BE49-F238E27FC236}">
                <a16:creationId xmlns:a16="http://schemas.microsoft.com/office/drawing/2014/main" id="{DAADD11E-BAF3-0809-EA95-86B05D0D4809}"/>
              </a:ext>
            </a:extLst>
          </p:cNvPr>
          <p:cNvSpPr/>
          <p:nvPr/>
        </p:nvSpPr>
        <p:spPr>
          <a:xfrm>
            <a:off x="8656625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3" name="Oval 2122">
            <a:extLst>
              <a:ext uri="{FF2B5EF4-FFF2-40B4-BE49-F238E27FC236}">
                <a16:creationId xmlns:a16="http://schemas.microsoft.com/office/drawing/2014/main" id="{E91E4FEF-BFFE-20CD-46F9-A46F6AD3D7A8}"/>
              </a:ext>
            </a:extLst>
          </p:cNvPr>
          <p:cNvSpPr/>
          <p:nvPr/>
        </p:nvSpPr>
        <p:spPr>
          <a:xfrm>
            <a:off x="8595665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6" name="Oval 2125">
            <a:extLst>
              <a:ext uri="{FF2B5EF4-FFF2-40B4-BE49-F238E27FC236}">
                <a16:creationId xmlns:a16="http://schemas.microsoft.com/office/drawing/2014/main" id="{955AD668-5749-66EE-FA2C-AEC99175BC03}"/>
              </a:ext>
            </a:extLst>
          </p:cNvPr>
          <p:cNvSpPr/>
          <p:nvPr/>
        </p:nvSpPr>
        <p:spPr>
          <a:xfrm>
            <a:off x="8534705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13" name="Oval 2112">
            <a:extLst>
              <a:ext uri="{FF2B5EF4-FFF2-40B4-BE49-F238E27FC236}">
                <a16:creationId xmlns:a16="http://schemas.microsoft.com/office/drawing/2014/main" id="{A6A120D6-6FDC-5164-4004-ED482AA7918F}"/>
              </a:ext>
            </a:extLst>
          </p:cNvPr>
          <p:cNvSpPr/>
          <p:nvPr/>
        </p:nvSpPr>
        <p:spPr>
          <a:xfrm>
            <a:off x="8774084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16" name="Oval 2115">
            <a:extLst>
              <a:ext uri="{FF2B5EF4-FFF2-40B4-BE49-F238E27FC236}">
                <a16:creationId xmlns:a16="http://schemas.microsoft.com/office/drawing/2014/main" id="{8B7305FF-E758-25CB-6A1A-DFB34D8C78BE}"/>
              </a:ext>
            </a:extLst>
          </p:cNvPr>
          <p:cNvSpPr/>
          <p:nvPr/>
        </p:nvSpPr>
        <p:spPr>
          <a:xfrm>
            <a:off x="8713124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19" name="Oval 2118">
            <a:extLst>
              <a:ext uri="{FF2B5EF4-FFF2-40B4-BE49-F238E27FC236}">
                <a16:creationId xmlns:a16="http://schemas.microsoft.com/office/drawing/2014/main" id="{6A7FB1F4-76C1-5CAB-845D-48C433319290}"/>
              </a:ext>
            </a:extLst>
          </p:cNvPr>
          <p:cNvSpPr/>
          <p:nvPr/>
        </p:nvSpPr>
        <p:spPr>
          <a:xfrm>
            <a:off x="8652164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6" name="Oval 2105">
            <a:extLst>
              <a:ext uri="{FF2B5EF4-FFF2-40B4-BE49-F238E27FC236}">
                <a16:creationId xmlns:a16="http://schemas.microsoft.com/office/drawing/2014/main" id="{BA67EF8B-71F7-6A96-F01C-91065F444C41}"/>
              </a:ext>
            </a:extLst>
          </p:cNvPr>
          <p:cNvSpPr/>
          <p:nvPr/>
        </p:nvSpPr>
        <p:spPr>
          <a:xfrm>
            <a:off x="8891543" y="179830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9" name="Oval 2108">
            <a:extLst>
              <a:ext uri="{FF2B5EF4-FFF2-40B4-BE49-F238E27FC236}">
                <a16:creationId xmlns:a16="http://schemas.microsoft.com/office/drawing/2014/main" id="{C48E18B0-6F03-FF4D-EB66-D5E151A64FAD}"/>
              </a:ext>
            </a:extLst>
          </p:cNvPr>
          <p:cNvSpPr/>
          <p:nvPr/>
        </p:nvSpPr>
        <p:spPr>
          <a:xfrm>
            <a:off x="8830583" y="214406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12" name="Oval 2111">
            <a:extLst>
              <a:ext uri="{FF2B5EF4-FFF2-40B4-BE49-F238E27FC236}">
                <a16:creationId xmlns:a16="http://schemas.microsoft.com/office/drawing/2014/main" id="{FAF68558-3AB8-76F3-A1E9-0D62E42289F3}"/>
              </a:ext>
            </a:extLst>
          </p:cNvPr>
          <p:cNvSpPr/>
          <p:nvPr/>
        </p:nvSpPr>
        <p:spPr>
          <a:xfrm>
            <a:off x="8769623" y="248982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0" name="Oval 2099">
            <a:extLst>
              <a:ext uri="{FF2B5EF4-FFF2-40B4-BE49-F238E27FC236}">
                <a16:creationId xmlns:a16="http://schemas.microsoft.com/office/drawing/2014/main" id="{0618AE71-B37E-2B71-937A-DFE72DE0B167}"/>
              </a:ext>
            </a:extLst>
          </p:cNvPr>
          <p:cNvSpPr/>
          <p:nvPr/>
        </p:nvSpPr>
        <p:spPr>
          <a:xfrm>
            <a:off x="8988681" y="191356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1" name="Oval 2100">
            <a:extLst>
              <a:ext uri="{FF2B5EF4-FFF2-40B4-BE49-F238E27FC236}">
                <a16:creationId xmlns:a16="http://schemas.microsoft.com/office/drawing/2014/main" id="{667F7567-6DFD-E8AD-00DD-4CA4144F3295}"/>
              </a:ext>
            </a:extLst>
          </p:cNvPr>
          <p:cNvSpPr/>
          <p:nvPr/>
        </p:nvSpPr>
        <p:spPr>
          <a:xfrm>
            <a:off x="8968361" y="202881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3" name="Oval 2102">
            <a:extLst>
              <a:ext uri="{FF2B5EF4-FFF2-40B4-BE49-F238E27FC236}">
                <a16:creationId xmlns:a16="http://schemas.microsoft.com/office/drawing/2014/main" id="{8CB76910-A086-169E-AAA0-758EF06FE3A8}"/>
              </a:ext>
            </a:extLst>
          </p:cNvPr>
          <p:cNvSpPr/>
          <p:nvPr/>
        </p:nvSpPr>
        <p:spPr>
          <a:xfrm>
            <a:off x="8927721" y="225931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4" name="Oval 2103">
            <a:extLst>
              <a:ext uri="{FF2B5EF4-FFF2-40B4-BE49-F238E27FC236}">
                <a16:creationId xmlns:a16="http://schemas.microsoft.com/office/drawing/2014/main" id="{6B69660B-A31E-A01B-25C3-E01104726ED1}"/>
              </a:ext>
            </a:extLst>
          </p:cNvPr>
          <p:cNvSpPr/>
          <p:nvPr/>
        </p:nvSpPr>
        <p:spPr>
          <a:xfrm>
            <a:off x="8907401" y="23745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18" name="Oval 2217">
            <a:extLst>
              <a:ext uri="{FF2B5EF4-FFF2-40B4-BE49-F238E27FC236}">
                <a16:creationId xmlns:a16="http://schemas.microsoft.com/office/drawing/2014/main" id="{5E1C5AC8-0E0E-E6BB-C00A-14F178C7DB8B}"/>
              </a:ext>
            </a:extLst>
          </p:cNvPr>
          <p:cNvSpPr/>
          <p:nvPr/>
        </p:nvSpPr>
        <p:spPr>
          <a:xfrm>
            <a:off x="4471724" y="4518670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20" name="Oval 2219">
            <a:extLst>
              <a:ext uri="{FF2B5EF4-FFF2-40B4-BE49-F238E27FC236}">
                <a16:creationId xmlns:a16="http://schemas.microsoft.com/office/drawing/2014/main" id="{3F2052CB-A0A9-A45E-9092-4ACB1CC30DF0}"/>
              </a:ext>
            </a:extLst>
          </p:cNvPr>
          <p:cNvSpPr/>
          <p:nvPr/>
        </p:nvSpPr>
        <p:spPr>
          <a:xfrm>
            <a:off x="4568863" y="463392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222" name="Group 2221">
            <a:extLst>
              <a:ext uri="{FF2B5EF4-FFF2-40B4-BE49-F238E27FC236}">
                <a16:creationId xmlns:a16="http://schemas.microsoft.com/office/drawing/2014/main" id="{F955716E-D49C-FCAE-0181-B79AD34E29FD}"/>
              </a:ext>
            </a:extLst>
          </p:cNvPr>
          <p:cNvGrpSpPr/>
          <p:nvPr/>
        </p:nvGrpSpPr>
        <p:grpSpPr>
          <a:xfrm>
            <a:off x="50926" y="1242814"/>
            <a:ext cx="670955" cy="771525"/>
            <a:chOff x="3129914" y="2487922"/>
            <a:chExt cx="670955" cy="771525"/>
          </a:xfrm>
        </p:grpSpPr>
        <p:grpSp>
          <p:nvGrpSpPr>
            <p:cNvPr id="2223" name="Group 2222">
              <a:extLst>
                <a:ext uri="{FF2B5EF4-FFF2-40B4-BE49-F238E27FC236}">
                  <a16:creationId xmlns:a16="http://schemas.microsoft.com/office/drawing/2014/main" id="{070ABA84-B13A-EA89-CCB9-AA1D577FA8BC}"/>
                </a:ext>
              </a:extLst>
            </p:cNvPr>
            <p:cNvGrpSpPr/>
            <p:nvPr/>
          </p:nvGrpSpPr>
          <p:grpSpPr>
            <a:xfrm>
              <a:off x="3129914" y="2487922"/>
              <a:ext cx="201120" cy="771525"/>
              <a:chOff x="3129914" y="2487930"/>
              <a:chExt cx="201120" cy="771525"/>
            </a:xfrm>
            <a:solidFill>
              <a:srgbClr val="FF6969"/>
            </a:solidFill>
            <a:effectLst>
              <a:glow rad="63500">
                <a:srgbClr val="FF0000">
                  <a:alpha val="98000"/>
                </a:srgbClr>
              </a:glow>
            </a:effectLst>
          </p:grpSpPr>
          <p:sp>
            <p:nvSpPr>
              <p:cNvPr id="2256" name="Oval 2255">
                <a:extLst>
                  <a:ext uri="{FF2B5EF4-FFF2-40B4-BE49-F238E27FC236}">
                    <a16:creationId xmlns:a16="http://schemas.microsoft.com/office/drawing/2014/main" id="{5FD45839-B622-E46B-A35F-03865E97FB19}"/>
                  </a:ext>
                </a:extLst>
              </p:cNvPr>
              <p:cNvSpPr/>
              <p:nvPr/>
            </p:nvSpPr>
            <p:spPr>
              <a:xfrm>
                <a:off x="3251834" y="248793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7" name="Oval 2256">
                <a:extLst>
                  <a:ext uri="{FF2B5EF4-FFF2-40B4-BE49-F238E27FC236}">
                    <a16:creationId xmlns:a16="http://schemas.microsoft.com/office/drawing/2014/main" id="{95822402-4AC7-E603-967F-C93B78C3A05B}"/>
                  </a:ext>
                </a:extLst>
              </p:cNvPr>
              <p:cNvSpPr/>
              <p:nvPr/>
            </p:nvSpPr>
            <p:spPr>
              <a:xfrm>
                <a:off x="3231514" y="2603182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8" name="Oval 2257">
                <a:extLst>
                  <a:ext uri="{FF2B5EF4-FFF2-40B4-BE49-F238E27FC236}">
                    <a16:creationId xmlns:a16="http://schemas.microsoft.com/office/drawing/2014/main" id="{4E471BD9-BB04-D216-9293-C0856C129B10}"/>
                  </a:ext>
                </a:extLst>
              </p:cNvPr>
              <p:cNvSpPr/>
              <p:nvPr/>
            </p:nvSpPr>
            <p:spPr>
              <a:xfrm>
                <a:off x="3211194" y="2718434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9" name="Oval 2258">
                <a:extLst>
                  <a:ext uri="{FF2B5EF4-FFF2-40B4-BE49-F238E27FC236}">
                    <a16:creationId xmlns:a16="http://schemas.microsoft.com/office/drawing/2014/main" id="{1A60538D-29BF-6C41-74BC-3C37E779BB50}"/>
                  </a:ext>
                </a:extLst>
              </p:cNvPr>
              <p:cNvSpPr/>
              <p:nvPr/>
            </p:nvSpPr>
            <p:spPr>
              <a:xfrm>
                <a:off x="3190874" y="2833686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60" name="Oval 2259">
                <a:extLst>
                  <a:ext uri="{FF2B5EF4-FFF2-40B4-BE49-F238E27FC236}">
                    <a16:creationId xmlns:a16="http://schemas.microsoft.com/office/drawing/2014/main" id="{FA710B14-56C4-DFCC-17D5-827F7556539E}"/>
                  </a:ext>
                </a:extLst>
              </p:cNvPr>
              <p:cNvSpPr/>
              <p:nvPr/>
            </p:nvSpPr>
            <p:spPr>
              <a:xfrm>
                <a:off x="3170554" y="2948938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61" name="Oval 2260">
                <a:extLst>
                  <a:ext uri="{FF2B5EF4-FFF2-40B4-BE49-F238E27FC236}">
                    <a16:creationId xmlns:a16="http://schemas.microsoft.com/office/drawing/2014/main" id="{CB751120-D41A-BAB3-545D-18DE0A43868F}"/>
                  </a:ext>
                </a:extLst>
              </p:cNvPr>
              <p:cNvSpPr/>
              <p:nvPr/>
            </p:nvSpPr>
            <p:spPr>
              <a:xfrm>
                <a:off x="3150234" y="306419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62" name="Oval 2261">
                <a:extLst>
                  <a:ext uri="{FF2B5EF4-FFF2-40B4-BE49-F238E27FC236}">
                    <a16:creationId xmlns:a16="http://schemas.microsoft.com/office/drawing/2014/main" id="{E1678CF1-FDEB-5200-5038-07FF9B2DDAEF}"/>
                  </a:ext>
                </a:extLst>
              </p:cNvPr>
              <p:cNvSpPr/>
              <p:nvPr/>
            </p:nvSpPr>
            <p:spPr>
              <a:xfrm>
                <a:off x="3129914" y="3179445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2224" name="Group 2223">
              <a:extLst>
                <a:ext uri="{FF2B5EF4-FFF2-40B4-BE49-F238E27FC236}">
                  <a16:creationId xmlns:a16="http://schemas.microsoft.com/office/drawing/2014/main" id="{D1D440BE-75D2-837D-95B6-7F7742FE9B28}"/>
                </a:ext>
              </a:extLst>
            </p:cNvPr>
            <p:cNvGrpSpPr/>
            <p:nvPr/>
          </p:nvGrpSpPr>
          <p:grpSpPr>
            <a:xfrm>
              <a:off x="3247373" y="2487922"/>
              <a:ext cx="201120" cy="771525"/>
              <a:chOff x="3129914" y="2487930"/>
              <a:chExt cx="201120" cy="771525"/>
            </a:xfrm>
            <a:solidFill>
              <a:srgbClr val="FF6969"/>
            </a:solidFill>
            <a:effectLst>
              <a:glow rad="63500">
                <a:srgbClr val="FF0000">
                  <a:alpha val="98000"/>
                </a:srgbClr>
              </a:glow>
            </a:effectLst>
          </p:grpSpPr>
          <p:sp>
            <p:nvSpPr>
              <p:cNvPr id="2249" name="Oval 2248">
                <a:extLst>
                  <a:ext uri="{FF2B5EF4-FFF2-40B4-BE49-F238E27FC236}">
                    <a16:creationId xmlns:a16="http://schemas.microsoft.com/office/drawing/2014/main" id="{13FDADA6-7BFB-635A-DEA6-5E2755BB367D}"/>
                  </a:ext>
                </a:extLst>
              </p:cNvPr>
              <p:cNvSpPr/>
              <p:nvPr/>
            </p:nvSpPr>
            <p:spPr>
              <a:xfrm>
                <a:off x="3251834" y="248793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0" name="Oval 2249">
                <a:extLst>
                  <a:ext uri="{FF2B5EF4-FFF2-40B4-BE49-F238E27FC236}">
                    <a16:creationId xmlns:a16="http://schemas.microsoft.com/office/drawing/2014/main" id="{0B50F1EB-A1B6-4C2C-4AA4-5418542EEADF}"/>
                  </a:ext>
                </a:extLst>
              </p:cNvPr>
              <p:cNvSpPr/>
              <p:nvPr/>
            </p:nvSpPr>
            <p:spPr>
              <a:xfrm>
                <a:off x="3231514" y="2603182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1" name="Oval 2250">
                <a:extLst>
                  <a:ext uri="{FF2B5EF4-FFF2-40B4-BE49-F238E27FC236}">
                    <a16:creationId xmlns:a16="http://schemas.microsoft.com/office/drawing/2014/main" id="{6244FBAA-9015-903E-7FF2-13018BE5C7CF}"/>
                  </a:ext>
                </a:extLst>
              </p:cNvPr>
              <p:cNvSpPr/>
              <p:nvPr/>
            </p:nvSpPr>
            <p:spPr>
              <a:xfrm>
                <a:off x="3211194" y="2718434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2" name="Oval 2251">
                <a:extLst>
                  <a:ext uri="{FF2B5EF4-FFF2-40B4-BE49-F238E27FC236}">
                    <a16:creationId xmlns:a16="http://schemas.microsoft.com/office/drawing/2014/main" id="{D803739B-7ABE-A655-1458-FEA1BAF5D49A}"/>
                  </a:ext>
                </a:extLst>
              </p:cNvPr>
              <p:cNvSpPr/>
              <p:nvPr/>
            </p:nvSpPr>
            <p:spPr>
              <a:xfrm>
                <a:off x="3190874" y="2833686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3" name="Oval 2252">
                <a:extLst>
                  <a:ext uri="{FF2B5EF4-FFF2-40B4-BE49-F238E27FC236}">
                    <a16:creationId xmlns:a16="http://schemas.microsoft.com/office/drawing/2014/main" id="{A5BAEBEF-C94D-627D-DA05-ABFF983B176C}"/>
                  </a:ext>
                </a:extLst>
              </p:cNvPr>
              <p:cNvSpPr/>
              <p:nvPr/>
            </p:nvSpPr>
            <p:spPr>
              <a:xfrm>
                <a:off x="3170554" y="2948938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4" name="Oval 2253">
                <a:extLst>
                  <a:ext uri="{FF2B5EF4-FFF2-40B4-BE49-F238E27FC236}">
                    <a16:creationId xmlns:a16="http://schemas.microsoft.com/office/drawing/2014/main" id="{D5DED84C-25AF-1FBB-CDC6-4A301BBE3515}"/>
                  </a:ext>
                </a:extLst>
              </p:cNvPr>
              <p:cNvSpPr/>
              <p:nvPr/>
            </p:nvSpPr>
            <p:spPr>
              <a:xfrm>
                <a:off x="3150234" y="306419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55" name="Oval 2254">
                <a:extLst>
                  <a:ext uri="{FF2B5EF4-FFF2-40B4-BE49-F238E27FC236}">
                    <a16:creationId xmlns:a16="http://schemas.microsoft.com/office/drawing/2014/main" id="{8C96360A-9C02-950E-A02F-0138F43362CA}"/>
                  </a:ext>
                </a:extLst>
              </p:cNvPr>
              <p:cNvSpPr/>
              <p:nvPr/>
            </p:nvSpPr>
            <p:spPr>
              <a:xfrm>
                <a:off x="3129914" y="3179445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2225" name="Group 2224">
              <a:extLst>
                <a:ext uri="{FF2B5EF4-FFF2-40B4-BE49-F238E27FC236}">
                  <a16:creationId xmlns:a16="http://schemas.microsoft.com/office/drawing/2014/main" id="{3DA257E2-A3F8-C546-93FB-38FFCC6E577E}"/>
                </a:ext>
              </a:extLst>
            </p:cNvPr>
            <p:cNvGrpSpPr/>
            <p:nvPr/>
          </p:nvGrpSpPr>
          <p:grpSpPr>
            <a:xfrm>
              <a:off x="3364832" y="2487922"/>
              <a:ext cx="201120" cy="771525"/>
              <a:chOff x="3129914" y="2487930"/>
              <a:chExt cx="201120" cy="771525"/>
            </a:xfrm>
            <a:solidFill>
              <a:srgbClr val="FF6969"/>
            </a:solidFill>
            <a:effectLst>
              <a:glow rad="63500">
                <a:srgbClr val="FF0000">
                  <a:alpha val="98000"/>
                </a:srgbClr>
              </a:glow>
            </a:effectLst>
          </p:grpSpPr>
          <p:sp>
            <p:nvSpPr>
              <p:cNvPr id="2242" name="Oval 2241">
                <a:extLst>
                  <a:ext uri="{FF2B5EF4-FFF2-40B4-BE49-F238E27FC236}">
                    <a16:creationId xmlns:a16="http://schemas.microsoft.com/office/drawing/2014/main" id="{BAACB2A4-1E91-21BB-7628-2B9686935F06}"/>
                  </a:ext>
                </a:extLst>
              </p:cNvPr>
              <p:cNvSpPr/>
              <p:nvPr/>
            </p:nvSpPr>
            <p:spPr>
              <a:xfrm>
                <a:off x="3251834" y="248793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3" name="Oval 2242">
                <a:extLst>
                  <a:ext uri="{FF2B5EF4-FFF2-40B4-BE49-F238E27FC236}">
                    <a16:creationId xmlns:a16="http://schemas.microsoft.com/office/drawing/2014/main" id="{2CC12ABC-22D7-E723-C908-B96FAA390D76}"/>
                  </a:ext>
                </a:extLst>
              </p:cNvPr>
              <p:cNvSpPr/>
              <p:nvPr/>
            </p:nvSpPr>
            <p:spPr>
              <a:xfrm>
                <a:off x="3231514" y="2603182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4" name="Oval 2243">
                <a:extLst>
                  <a:ext uri="{FF2B5EF4-FFF2-40B4-BE49-F238E27FC236}">
                    <a16:creationId xmlns:a16="http://schemas.microsoft.com/office/drawing/2014/main" id="{A457A9B5-1FA2-5162-686A-1AFED22560E8}"/>
                  </a:ext>
                </a:extLst>
              </p:cNvPr>
              <p:cNvSpPr/>
              <p:nvPr/>
            </p:nvSpPr>
            <p:spPr>
              <a:xfrm>
                <a:off x="3211194" y="2718434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5" name="Oval 2244">
                <a:extLst>
                  <a:ext uri="{FF2B5EF4-FFF2-40B4-BE49-F238E27FC236}">
                    <a16:creationId xmlns:a16="http://schemas.microsoft.com/office/drawing/2014/main" id="{5360CFDC-09CD-6BF1-AF70-64344B83530C}"/>
                  </a:ext>
                </a:extLst>
              </p:cNvPr>
              <p:cNvSpPr/>
              <p:nvPr/>
            </p:nvSpPr>
            <p:spPr>
              <a:xfrm>
                <a:off x="3190874" y="2833686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6" name="Oval 2245">
                <a:extLst>
                  <a:ext uri="{FF2B5EF4-FFF2-40B4-BE49-F238E27FC236}">
                    <a16:creationId xmlns:a16="http://schemas.microsoft.com/office/drawing/2014/main" id="{9745ED3E-3BC9-B4B1-2CC1-7AE52D041573}"/>
                  </a:ext>
                </a:extLst>
              </p:cNvPr>
              <p:cNvSpPr/>
              <p:nvPr/>
            </p:nvSpPr>
            <p:spPr>
              <a:xfrm>
                <a:off x="3170554" y="2948938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7" name="Oval 2246">
                <a:extLst>
                  <a:ext uri="{FF2B5EF4-FFF2-40B4-BE49-F238E27FC236}">
                    <a16:creationId xmlns:a16="http://schemas.microsoft.com/office/drawing/2014/main" id="{E18ADDBF-65CD-9C50-B2F6-FA210E72816E}"/>
                  </a:ext>
                </a:extLst>
              </p:cNvPr>
              <p:cNvSpPr/>
              <p:nvPr/>
            </p:nvSpPr>
            <p:spPr>
              <a:xfrm>
                <a:off x="3150234" y="306419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8" name="Oval 2247">
                <a:extLst>
                  <a:ext uri="{FF2B5EF4-FFF2-40B4-BE49-F238E27FC236}">
                    <a16:creationId xmlns:a16="http://schemas.microsoft.com/office/drawing/2014/main" id="{D5289560-21F5-F2BD-3E27-A11D2AF423C1}"/>
                  </a:ext>
                </a:extLst>
              </p:cNvPr>
              <p:cNvSpPr/>
              <p:nvPr/>
            </p:nvSpPr>
            <p:spPr>
              <a:xfrm>
                <a:off x="3129914" y="3179445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2226" name="Group 2225">
              <a:extLst>
                <a:ext uri="{FF2B5EF4-FFF2-40B4-BE49-F238E27FC236}">
                  <a16:creationId xmlns:a16="http://schemas.microsoft.com/office/drawing/2014/main" id="{CB931308-4595-80C3-9539-986E4ACF96FD}"/>
                </a:ext>
              </a:extLst>
            </p:cNvPr>
            <p:cNvGrpSpPr/>
            <p:nvPr/>
          </p:nvGrpSpPr>
          <p:grpSpPr>
            <a:xfrm>
              <a:off x="3482291" y="2487922"/>
              <a:ext cx="201120" cy="771525"/>
              <a:chOff x="3129914" y="2487930"/>
              <a:chExt cx="201120" cy="771525"/>
            </a:xfrm>
            <a:solidFill>
              <a:srgbClr val="FF6969"/>
            </a:solidFill>
            <a:effectLst>
              <a:glow rad="63500">
                <a:srgbClr val="FF0000">
                  <a:alpha val="98000"/>
                </a:srgbClr>
              </a:glow>
            </a:effectLst>
          </p:grpSpPr>
          <p:sp>
            <p:nvSpPr>
              <p:cNvPr id="2235" name="Oval 2234">
                <a:extLst>
                  <a:ext uri="{FF2B5EF4-FFF2-40B4-BE49-F238E27FC236}">
                    <a16:creationId xmlns:a16="http://schemas.microsoft.com/office/drawing/2014/main" id="{9FF51B8B-CE43-D0DC-035F-917B87C9691D}"/>
                  </a:ext>
                </a:extLst>
              </p:cNvPr>
              <p:cNvSpPr/>
              <p:nvPr/>
            </p:nvSpPr>
            <p:spPr>
              <a:xfrm>
                <a:off x="3251834" y="248793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6" name="Oval 2235">
                <a:extLst>
                  <a:ext uri="{FF2B5EF4-FFF2-40B4-BE49-F238E27FC236}">
                    <a16:creationId xmlns:a16="http://schemas.microsoft.com/office/drawing/2014/main" id="{A6DD2BF9-2EED-3F3D-7514-B1ADBBBC1117}"/>
                  </a:ext>
                </a:extLst>
              </p:cNvPr>
              <p:cNvSpPr/>
              <p:nvPr/>
            </p:nvSpPr>
            <p:spPr>
              <a:xfrm>
                <a:off x="3231514" y="2603182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7" name="Oval 2236">
                <a:extLst>
                  <a:ext uri="{FF2B5EF4-FFF2-40B4-BE49-F238E27FC236}">
                    <a16:creationId xmlns:a16="http://schemas.microsoft.com/office/drawing/2014/main" id="{9EDC48B0-8C25-8FBF-2741-D5200742E4C3}"/>
                  </a:ext>
                </a:extLst>
              </p:cNvPr>
              <p:cNvSpPr/>
              <p:nvPr/>
            </p:nvSpPr>
            <p:spPr>
              <a:xfrm>
                <a:off x="3211194" y="2718434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8" name="Oval 2237">
                <a:extLst>
                  <a:ext uri="{FF2B5EF4-FFF2-40B4-BE49-F238E27FC236}">
                    <a16:creationId xmlns:a16="http://schemas.microsoft.com/office/drawing/2014/main" id="{D74E3199-8693-686B-D66E-7AE731F31244}"/>
                  </a:ext>
                </a:extLst>
              </p:cNvPr>
              <p:cNvSpPr/>
              <p:nvPr/>
            </p:nvSpPr>
            <p:spPr>
              <a:xfrm>
                <a:off x="3190874" y="2833686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9" name="Oval 2238">
                <a:extLst>
                  <a:ext uri="{FF2B5EF4-FFF2-40B4-BE49-F238E27FC236}">
                    <a16:creationId xmlns:a16="http://schemas.microsoft.com/office/drawing/2014/main" id="{BE49B426-FEDA-6C44-7B88-CF9B434F88C2}"/>
                  </a:ext>
                </a:extLst>
              </p:cNvPr>
              <p:cNvSpPr/>
              <p:nvPr/>
            </p:nvSpPr>
            <p:spPr>
              <a:xfrm>
                <a:off x="3170554" y="2948938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0" name="Oval 2239">
                <a:extLst>
                  <a:ext uri="{FF2B5EF4-FFF2-40B4-BE49-F238E27FC236}">
                    <a16:creationId xmlns:a16="http://schemas.microsoft.com/office/drawing/2014/main" id="{BC2498AD-5AF1-5A65-E5CF-A67366C2CA58}"/>
                  </a:ext>
                </a:extLst>
              </p:cNvPr>
              <p:cNvSpPr/>
              <p:nvPr/>
            </p:nvSpPr>
            <p:spPr>
              <a:xfrm>
                <a:off x="3150234" y="306419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41" name="Oval 2240">
                <a:extLst>
                  <a:ext uri="{FF2B5EF4-FFF2-40B4-BE49-F238E27FC236}">
                    <a16:creationId xmlns:a16="http://schemas.microsoft.com/office/drawing/2014/main" id="{40949DFA-672C-374B-1002-7D9511E21E7E}"/>
                  </a:ext>
                </a:extLst>
              </p:cNvPr>
              <p:cNvSpPr/>
              <p:nvPr/>
            </p:nvSpPr>
            <p:spPr>
              <a:xfrm>
                <a:off x="3129914" y="3179445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2227" name="Group 2226">
              <a:extLst>
                <a:ext uri="{FF2B5EF4-FFF2-40B4-BE49-F238E27FC236}">
                  <a16:creationId xmlns:a16="http://schemas.microsoft.com/office/drawing/2014/main" id="{6F4A9BFB-170E-A246-4A29-80E79CCFAAFE}"/>
                </a:ext>
              </a:extLst>
            </p:cNvPr>
            <p:cNvGrpSpPr/>
            <p:nvPr/>
          </p:nvGrpSpPr>
          <p:grpSpPr>
            <a:xfrm>
              <a:off x="3599749" y="2487922"/>
              <a:ext cx="201120" cy="771525"/>
              <a:chOff x="3129914" y="2487930"/>
              <a:chExt cx="201120" cy="771525"/>
            </a:xfrm>
            <a:solidFill>
              <a:srgbClr val="FF6969"/>
            </a:solidFill>
            <a:effectLst>
              <a:glow rad="63500">
                <a:srgbClr val="FF0000">
                  <a:alpha val="98000"/>
                </a:srgbClr>
              </a:glow>
            </a:effectLst>
          </p:grpSpPr>
          <p:sp>
            <p:nvSpPr>
              <p:cNvPr id="2228" name="Oval 2227">
                <a:extLst>
                  <a:ext uri="{FF2B5EF4-FFF2-40B4-BE49-F238E27FC236}">
                    <a16:creationId xmlns:a16="http://schemas.microsoft.com/office/drawing/2014/main" id="{01DABEAB-652D-ADA4-BB08-2F12F3827B77}"/>
                  </a:ext>
                </a:extLst>
              </p:cNvPr>
              <p:cNvSpPr/>
              <p:nvPr/>
            </p:nvSpPr>
            <p:spPr>
              <a:xfrm>
                <a:off x="3251834" y="248793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29" name="Oval 2228">
                <a:extLst>
                  <a:ext uri="{FF2B5EF4-FFF2-40B4-BE49-F238E27FC236}">
                    <a16:creationId xmlns:a16="http://schemas.microsoft.com/office/drawing/2014/main" id="{D6126234-1C5A-ED78-1073-0B8CE883E53C}"/>
                  </a:ext>
                </a:extLst>
              </p:cNvPr>
              <p:cNvSpPr/>
              <p:nvPr/>
            </p:nvSpPr>
            <p:spPr>
              <a:xfrm>
                <a:off x="3231514" y="2603182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0" name="Oval 2229">
                <a:extLst>
                  <a:ext uri="{FF2B5EF4-FFF2-40B4-BE49-F238E27FC236}">
                    <a16:creationId xmlns:a16="http://schemas.microsoft.com/office/drawing/2014/main" id="{169C63B6-7ACA-8216-5373-332EE3B17BAF}"/>
                  </a:ext>
                </a:extLst>
              </p:cNvPr>
              <p:cNvSpPr/>
              <p:nvPr/>
            </p:nvSpPr>
            <p:spPr>
              <a:xfrm>
                <a:off x="3211194" y="2718434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1" name="Oval 2230">
                <a:extLst>
                  <a:ext uri="{FF2B5EF4-FFF2-40B4-BE49-F238E27FC236}">
                    <a16:creationId xmlns:a16="http://schemas.microsoft.com/office/drawing/2014/main" id="{C599A35F-BB0A-D1B1-C3B4-AFCF3CF43CC9}"/>
                  </a:ext>
                </a:extLst>
              </p:cNvPr>
              <p:cNvSpPr/>
              <p:nvPr/>
            </p:nvSpPr>
            <p:spPr>
              <a:xfrm>
                <a:off x="3190874" y="2833686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2" name="Oval 2231">
                <a:extLst>
                  <a:ext uri="{FF2B5EF4-FFF2-40B4-BE49-F238E27FC236}">
                    <a16:creationId xmlns:a16="http://schemas.microsoft.com/office/drawing/2014/main" id="{12398ED4-A4A5-CE18-7E0E-8F72B2C6AE33}"/>
                  </a:ext>
                </a:extLst>
              </p:cNvPr>
              <p:cNvSpPr/>
              <p:nvPr/>
            </p:nvSpPr>
            <p:spPr>
              <a:xfrm>
                <a:off x="3170554" y="2948938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3" name="Oval 2232">
                <a:extLst>
                  <a:ext uri="{FF2B5EF4-FFF2-40B4-BE49-F238E27FC236}">
                    <a16:creationId xmlns:a16="http://schemas.microsoft.com/office/drawing/2014/main" id="{9DA50510-676B-5393-777D-DED77FD736E0}"/>
                  </a:ext>
                </a:extLst>
              </p:cNvPr>
              <p:cNvSpPr/>
              <p:nvPr/>
            </p:nvSpPr>
            <p:spPr>
              <a:xfrm>
                <a:off x="3150234" y="3064190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34" name="Oval 2233">
                <a:extLst>
                  <a:ext uri="{FF2B5EF4-FFF2-40B4-BE49-F238E27FC236}">
                    <a16:creationId xmlns:a16="http://schemas.microsoft.com/office/drawing/2014/main" id="{43576F3C-7D0F-0748-58DD-935CEE32FD44}"/>
                  </a:ext>
                </a:extLst>
              </p:cNvPr>
              <p:cNvSpPr/>
              <p:nvPr/>
            </p:nvSpPr>
            <p:spPr>
              <a:xfrm>
                <a:off x="3129914" y="3179445"/>
                <a:ext cx="79200" cy="8001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955D6489-43CE-5A7F-2AFA-993050E7059E}"/>
              </a:ext>
            </a:extLst>
          </p:cNvPr>
          <p:cNvSpPr/>
          <p:nvPr/>
        </p:nvSpPr>
        <p:spPr>
          <a:xfrm>
            <a:off x="1025909" y="126376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84" name="Oval 2283">
            <a:extLst>
              <a:ext uri="{FF2B5EF4-FFF2-40B4-BE49-F238E27FC236}">
                <a16:creationId xmlns:a16="http://schemas.microsoft.com/office/drawing/2014/main" id="{99A1F806-9D39-A466-BBFD-F447C1596056}"/>
              </a:ext>
            </a:extLst>
          </p:cNvPr>
          <p:cNvSpPr/>
          <p:nvPr/>
        </p:nvSpPr>
        <p:spPr>
          <a:xfrm>
            <a:off x="2137924" y="687506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88" name="Oval 2287">
            <a:extLst>
              <a:ext uri="{FF2B5EF4-FFF2-40B4-BE49-F238E27FC236}">
                <a16:creationId xmlns:a16="http://schemas.microsoft.com/office/drawing/2014/main" id="{4EBB001B-68C8-E14C-B917-8262858F4C07}"/>
              </a:ext>
            </a:extLst>
          </p:cNvPr>
          <p:cNvSpPr/>
          <p:nvPr/>
        </p:nvSpPr>
        <p:spPr>
          <a:xfrm>
            <a:off x="2056644" y="1148514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BEE763D-D27C-1DCB-8C20-F5D9387D91D2}"/>
              </a:ext>
            </a:extLst>
          </p:cNvPr>
          <p:cNvSpPr/>
          <p:nvPr/>
        </p:nvSpPr>
        <p:spPr>
          <a:xfrm>
            <a:off x="2772889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5A2B4A-D7B2-55E7-DEC9-F313BB773AD8}"/>
              </a:ext>
            </a:extLst>
          </p:cNvPr>
          <p:cNvSpPr/>
          <p:nvPr/>
        </p:nvSpPr>
        <p:spPr>
          <a:xfrm>
            <a:off x="2752569" y="3273741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820F6BE-BB4C-19D1-BE0B-F87D55B78A81}"/>
              </a:ext>
            </a:extLst>
          </p:cNvPr>
          <p:cNvSpPr/>
          <p:nvPr/>
        </p:nvSpPr>
        <p:spPr>
          <a:xfrm>
            <a:off x="2732249" y="3388993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72CCCD6-65A6-8BBD-31F3-8680756438B1}"/>
              </a:ext>
            </a:extLst>
          </p:cNvPr>
          <p:cNvSpPr/>
          <p:nvPr/>
        </p:nvSpPr>
        <p:spPr>
          <a:xfrm>
            <a:off x="2711929" y="3504245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7B0C62-10B5-33CF-0DC9-4F7A0B78FF8E}"/>
              </a:ext>
            </a:extLst>
          </p:cNvPr>
          <p:cNvSpPr/>
          <p:nvPr/>
        </p:nvSpPr>
        <p:spPr>
          <a:xfrm>
            <a:off x="2691609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62985-57A6-6A91-D06D-23C4512FF713}"/>
              </a:ext>
            </a:extLst>
          </p:cNvPr>
          <p:cNvSpPr/>
          <p:nvPr/>
        </p:nvSpPr>
        <p:spPr>
          <a:xfrm>
            <a:off x="2910668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D486170-DF2D-2A7A-1C1B-C0712CDF4912}"/>
              </a:ext>
            </a:extLst>
          </p:cNvPr>
          <p:cNvSpPr/>
          <p:nvPr/>
        </p:nvSpPr>
        <p:spPr>
          <a:xfrm>
            <a:off x="2788748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55355B-079B-522D-4449-44FED99CC39E}"/>
              </a:ext>
            </a:extLst>
          </p:cNvPr>
          <p:cNvSpPr/>
          <p:nvPr/>
        </p:nvSpPr>
        <p:spPr>
          <a:xfrm>
            <a:off x="3028127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7D7E49-82F8-DA9A-00B3-AD15C4E14964}"/>
              </a:ext>
            </a:extLst>
          </p:cNvPr>
          <p:cNvSpPr/>
          <p:nvPr/>
        </p:nvSpPr>
        <p:spPr>
          <a:xfrm>
            <a:off x="2906207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B7D9BA-6933-4A31-3CB4-149E738F26C6}"/>
              </a:ext>
            </a:extLst>
          </p:cNvPr>
          <p:cNvSpPr/>
          <p:nvPr/>
        </p:nvSpPr>
        <p:spPr>
          <a:xfrm>
            <a:off x="3145586" y="304323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374E415-09BC-BEA7-6503-BEE130C1AED3}"/>
              </a:ext>
            </a:extLst>
          </p:cNvPr>
          <p:cNvSpPr/>
          <p:nvPr/>
        </p:nvSpPr>
        <p:spPr>
          <a:xfrm>
            <a:off x="3023666" y="3734752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61AA92-5767-FE29-3A6B-B0A578808C4C}"/>
              </a:ext>
            </a:extLst>
          </p:cNvPr>
          <p:cNvSpPr/>
          <p:nvPr/>
        </p:nvSpPr>
        <p:spPr>
          <a:xfrm>
            <a:off x="3242724" y="3158489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ABEBFCC-FF1D-C157-32E2-FCA54AF5BBEB}"/>
              </a:ext>
            </a:extLst>
          </p:cNvPr>
          <p:cNvSpPr/>
          <p:nvPr/>
        </p:nvSpPr>
        <p:spPr>
          <a:xfrm>
            <a:off x="3161444" y="3619497"/>
            <a:ext cx="79200" cy="80010"/>
          </a:xfrm>
          <a:prstGeom prst="ellipse">
            <a:avLst/>
          </a:prstGeom>
          <a:solidFill>
            <a:srgbClr val="FF6969"/>
          </a:solidFill>
          <a:ln>
            <a:noFill/>
          </a:ln>
          <a:effectLst>
            <a:glow rad="38100">
              <a:srgbClr val="FF0000">
                <a:alpha val="9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856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29913-1B59-AF8E-7E61-12F11BF9A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30B9CDE-250E-A53F-5C4C-B422D63B54AB}"/>
              </a:ext>
            </a:extLst>
          </p:cNvPr>
          <p:cNvGrpSpPr/>
          <p:nvPr/>
        </p:nvGrpSpPr>
        <p:grpSpPr>
          <a:xfrm>
            <a:off x="163999" y="4903259"/>
            <a:ext cx="788466" cy="965106"/>
            <a:chOff x="163999" y="4903259"/>
            <a:chExt cx="788466" cy="965106"/>
          </a:xfrm>
        </p:grpSpPr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6FED0B8C-EBA3-277C-6A9D-C48DF5F0D571}"/>
                </a:ext>
              </a:extLst>
            </p:cNvPr>
            <p:cNvSpPr/>
            <p:nvPr/>
          </p:nvSpPr>
          <p:spPr>
            <a:xfrm>
              <a:off x="26567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FC125411-EC66-87FC-D8E7-C417334AC1ED}"/>
                </a:ext>
              </a:extLst>
            </p:cNvPr>
            <p:cNvSpPr/>
            <p:nvPr/>
          </p:nvSpPr>
          <p:spPr>
            <a:xfrm>
              <a:off x="240255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A9CC8956-BDC3-0D9E-9B69-1A3D857D6A7E}"/>
                </a:ext>
              </a:extLst>
            </p:cNvPr>
            <p:cNvSpPr/>
            <p:nvPr/>
          </p:nvSpPr>
          <p:spPr>
            <a:xfrm>
              <a:off x="21483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15086412-ED5A-4F2F-9C05-2BDE18887D7C}"/>
                </a:ext>
              </a:extLst>
            </p:cNvPr>
            <p:cNvSpPr/>
            <p:nvPr/>
          </p:nvSpPr>
          <p:spPr>
            <a:xfrm>
              <a:off x="189418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E91E3312-DD67-02AD-58FD-A1AB1639620C}"/>
                </a:ext>
              </a:extLst>
            </p:cNvPr>
            <p:cNvSpPr/>
            <p:nvPr/>
          </p:nvSpPr>
          <p:spPr>
            <a:xfrm>
              <a:off x="163999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90C7EF37-AF6A-A8F8-D3CD-18129ADF32D2}"/>
                </a:ext>
              </a:extLst>
            </p:cNvPr>
            <p:cNvSpPr/>
            <p:nvPr/>
          </p:nvSpPr>
          <p:spPr>
            <a:xfrm>
              <a:off x="43802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A9D230B1-279A-3EC9-0986-C5C4E7276DD6}"/>
                </a:ext>
              </a:extLst>
            </p:cNvPr>
            <p:cNvSpPr/>
            <p:nvPr/>
          </p:nvSpPr>
          <p:spPr>
            <a:xfrm>
              <a:off x="285511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8DCF0DD2-AAA1-155B-7974-9A062DD36774}"/>
                </a:ext>
              </a:extLst>
            </p:cNvPr>
            <p:cNvSpPr/>
            <p:nvPr/>
          </p:nvSpPr>
          <p:spPr>
            <a:xfrm>
              <a:off x="58495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E065B91B-75CA-3441-E71D-C6F78E120F2A}"/>
                </a:ext>
              </a:extLst>
            </p:cNvPr>
            <p:cNvSpPr/>
            <p:nvPr/>
          </p:nvSpPr>
          <p:spPr>
            <a:xfrm>
              <a:off x="432442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255837DE-EA8E-A2E4-428A-CDEDD2BE418D}"/>
                </a:ext>
              </a:extLst>
            </p:cNvPr>
            <p:cNvSpPr/>
            <p:nvPr/>
          </p:nvSpPr>
          <p:spPr>
            <a:xfrm>
              <a:off x="731883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6377FFD8-BF4C-29A1-7E89-36B2C591603B}"/>
                </a:ext>
              </a:extLst>
            </p:cNvPr>
            <p:cNvSpPr/>
            <p:nvPr/>
          </p:nvSpPr>
          <p:spPr>
            <a:xfrm>
              <a:off x="579372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1BD1020B-EF45-E88D-7907-E5860A104539}"/>
                </a:ext>
              </a:extLst>
            </p:cNvPr>
            <p:cNvSpPr/>
            <p:nvPr/>
          </p:nvSpPr>
          <p:spPr>
            <a:xfrm>
              <a:off x="85339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F709433F-38AA-40A3-9A85-824A69FF96F7}"/>
                </a:ext>
              </a:extLst>
            </p:cNvPr>
            <p:cNvSpPr/>
            <p:nvPr/>
          </p:nvSpPr>
          <p:spPr>
            <a:xfrm>
              <a:off x="827975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8D191B7F-4BFC-6E4E-E4BC-129337FB0F65}"/>
                </a:ext>
              </a:extLst>
            </p:cNvPr>
            <p:cNvSpPr/>
            <p:nvPr/>
          </p:nvSpPr>
          <p:spPr>
            <a:xfrm>
              <a:off x="80255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5E8A18C3-6A53-0B8D-5B49-4467BBF86E45}"/>
                </a:ext>
              </a:extLst>
            </p:cNvPr>
            <p:cNvSpPr/>
            <p:nvPr/>
          </p:nvSpPr>
          <p:spPr>
            <a:xfrm>
              <a:off x="777138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8B71A920-AB52-9FC3-1C9A-476F8B06AB70}"/>
                </a:ext>
              </a:extLst>
            </p:cNvPr>
            <p:cNvSpPr/>
            <p:nvPr/>
          </p:nvSpPr>
          <p:spPr>
            <a:xfrm>
              <a:off x="751719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415EAF-4BA3-2EE2-F451-9C15E93C04FA}"/>
              </a:ext>
            </a:extLst>
          </p:cNvPr>
          <p:cNvGrpSpPr/>
          <p:nvPr/>
        </p:nvGrpSpPr>
        <p:grpSpPr>
          <a:xfrm>
            <a:off x="1167690" y="4903259"/>
            <a:ext cx="813884" cy="965106"/>
            <a:chOff x="1167690" y="4903259"/>
            <a:chExt cx="813884" cy="965106"/>
          </a:xfrm>
        </p:grpSpPr>
        <p:sp>
          <p:nvSpPr>
            <p:cNvPr id="651" name="Oval 650">
              <a:extLst>
                <a:ext uri="{FF2B5EF4-FFF2-40B4-BE49-F238E27FC236}">
                  <a16:creationId xmlns:a16="http://schemas.microsoft.com/office/drawing/2014/main" id="{43404F3A-3298-A93B-5635-E79E5EC734CD}"/>
                </a:ext>
              </a:extLst>
            </p:cNvPr>
            <p:cNvSpPr/>
            <p:nvPr/>
          </p:nvSpPr>
          <p:spPr>
            <a:xfrm>
              <a:off x="132020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16B8EA27-9FC1-983B-0927-2EE44AF1FE65}"/>
                </a:ext>
              </a:extLst>
            </p:cNvPr>
            <p:cNvSpPr/>
            <p:nvPr/>
          </p:nvSpPr>
          <p:spPr>
            <a:xfrm>
              <a:off x="1294782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3" name="Oval 652">
              <a:extLst>
                <a:ext uri="{FF2B5EF4-FFF2-40B4-BE49-F238E27FC236}">
                  <a16:creationId xmlns:a16="http://schemas.microsoft.com/office/drawing/2014/main" id="{28D35EC6-6B41-F2DB-51A1-D72D2B90F8F5}"/>
                </a:ext>
              </a:extLst>
            </p:cNvPr>
            <p:cNvSpPr/>
            <p:nvPr/>
          </p:nvSpPr>
          <p:spPr>
            <a:xfrm>
              <a:off x="126936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B4CA1070-4494-8FED-D171-82C088CEEFD2}"/>
                </a:ext>
              </a:extLst>
            </p:cNvPr>
            <p:cNvSpPr/>
            <p:nvPr/>
          </p:nvSpPr>
          <p:spPr>
            <a:xfrm>
              <a:off x="1243945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5" name="Oval 654">
              <a:extLst>
                <a:ext uri="{FF2B5EF4-FFF2-40B4-BE49-F238E27FC236}">
                  <a16:creationId xmlns:a16="http://schemas.microsoft.com/office/drawing/2014/main" id="{D6716AD1-33D0-B97A-F344-55A7A35E1882}"/>
                </a:ext>
              </a:extLst>
            </p:cNvPr>
            <p:cNvSpPr/>
            <p:nvPr/>
          </p:nvSpPr>
          <p:spPr>
            <a:xfrm>
              <a:off x="1218527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6" name="Oval 655">
              <a:extLst>
                <a:ext uri="{FF2B5EF4-FFF2-40B4-BE49-F238E27FC236}">
                  <a16:creationId xmlns:a16="http://schemas.microsoft.com/office/drawing/2014/main" id="{C9E4AB50-85B6-85B2-9858-27E267131EA0}"/>
                </a:ext>
              </a:extLst>
            </p:cNvPr>
            <p:cNvSpPr/>
            <p:nvPr/>
          </p:nvSpPr>
          <p:spPr>
            <a:xfrm>
              <a:off x="1193108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7" name="Oval 656">
              <a:extLst>
                <a:ext uri="{FF2B5EF4-FFF2-40B4-BE49-F238E27FC236}">
                  <a16:creationId xmlns:a16="http://schemas.microsoft.com/office/drawing/2014/main" id="{73D65F58-9130-9573-05AD-D731B24EA5B1}"/>
                </a:ext>
              </a:extLst>
            </p:cNvPr>
            <p:cNvSpPr/>
            <p:nvPr/>
          </p:nvSpPr>
          <p:spPr>
            <a:xfrm>
              <a:off x="116769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6FB54BB2-6871-05A2-F422-4E71D0B7B9B3}"/>
                </a:ext>
              </a:extLst>
            </p:cNvPr>
            <p:cNvSpPr/>
            <p:nvPr/>
          </p:nvSpPr>
          <p:spPr>
            <a:xfrm>
              <a:off x="146713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A3F76745-9526-3174-F2F6-32819E932381}"/>
                </a:ext>
              </a:extLst>
            </p:cNvPr>
            <p:cNvSpPr/>
            <p:nvPr/>
          </p:nvSpPr>
          <p:spPr>
            <a:xfrm>
              <a:off x="139087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66B3D22C-A770-825E-5106-125945479A6B}"/>
                </a:ext>
              </a:extLst>
            </p:cNvPr>
            <p:cNvSpPr/>
            <p:nvPr/>
          </p:nvSpPr>
          <p:spPr>
            <a:xfrm>
              <a:off x="161406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4A4C248C-5157-C4CC-95CC-E47CBEFBE30B}"/>
                </a:ext>
              </a:extLst>
            </p:cNvPr>
            <p:cNvSpPr/>
            <p:nvPr/>
          </p:nvSpPr>
          <p:spPr>
            <a:xfrm>
              <a:off x="153780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0" name="Oval 629">
              <a:extLst>
                <a:ext uri="{FF2B5EF4-FFF2-40B4-BE49-F238E27FC236}">
                  <a16:creationId xmlns:a16="http://schemas.microsoft.com/office/drawing/2014/main" id="{77E390A2-3049-ADDD-B6A3-62E72D9FAEE1}"/>
                </a:ext>
              </a:extLst>
            </p:cNvPr>
            <p:cNvSpPr/>
            <p:nvPr/>
          </p:nvSpPr>
          <p:spPr>
            <a:xfrm>
              <a:off x="176099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7F3C5830-4FB2-604F-F7A8-FE2A927DA5DF}"/>
                </a:ext>
              </a:extLst>
            </p:cNvPr>
            <p:cNvSpPr/>
            <p:nvPr/>
          </p:nvSpPr>
          <p:spPr>
            <a:xfrm>
              <a:off x="168473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9576CA85-25EE-4F1D-EDF6-CD2ACDE39D2E}"/>
                </a:ext>
              </a:extLst>
            </p:cNvPr>
            <p:cNvSpPr/>
            <p:nvPr/>
          </p:nvSpPr>
          <p:spPr>
            <a:xfrm>
              <a:off x="1882502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907871E9-C9B0-D684-6300-1B44EA349384}"/>
                </a:ext>
              </a:extLst>
            </p:cNvPr>
            <p:cNvSpPr/>
            <p:nvPr/>
          </p:nvSpPr>
          <p:spPr>
            <a:xfrm>
              <a:off x="185708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75643D-7AF5-889B-E26F-C58192BA8EE8}"/>
              </a:ext>
            </a:extLst>
          </p:cNvPr>
          <p:cNvGrpSpPr/>
          <p:nvPr/>
        </p:nvGrpSpPr>
        <p:grpSpPr>
          <a:xfrm>
            <a:off x="2222217" y="4903259"/>
            <a:ext cx="788466" cy="965106"/>
            <a:chOff x="2222217" y="4903259"/>
            <a:chExt cx="788466" cy="965106"/>
          </a:xfrm>
        </p:grpSpPr>
        <p:sp>
          <p:nvSpPr>
            <p:cNvPr id="693" name="Oval 692">
              <a:extLst>
                <a:ext uri="{FF2B5EF4-FFF2-40B4-BE49-F238E27FC236}">
                  <a16:creationId xmlns:a16="http://schemas.microsoft.com/office/drawing/2014/main" id="{AC3F1914-40DA-D4F3-5D45-40FD4B6BF3C5}"/>
                </a:ext>
              </a:extLst>
            </p:cNvPr>
            <p:cNvSpPr/>
            <p:nvPr/>
          </p:nvSpPr>
          <p:spPr>
            <a:xfrm>
              <a:off x="2323891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4" name="Oval 693">
              <a:extLst>
                <a:ext uri="{FF2B5EF4-FFF2-40B4-BE49-F238E27FC236}">
                  <a16:creationId xmlns:a16="http://schemas.microsoft.com/office/drawing/2014/main" id="{1B4C5F6D-DD39-AA7A-FD9C-F3EEA07FB3F3}"/>
                </a:ext>
              </a:extLst>
            </p:cNvPr>
            <p:cNvSpPr/>
            <p:nvPr/>
          </p:nvSpPr>
          <p:spPr>
            <a:xfrm>
              <a:off x="2298473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5" name="Oval 694">
              <a:extLst>
                <a:ext uri="{FF2B5EF4-FFF2-40B4-BE49-F238E27FC236}">
                  <a16:creationId xmlns:a16="http://schemas.microsoft.com/office/drawing/2014/main" id="{1964CCA5-4B12-EAC3-1071-23122AA2D6BD}"/>
                </a:ext>
              </a:extLst>
            </p:cNvPr>
            <p:cNvSpPr/>
            <p:nvPr/>
          </p:nvSpPr>
          <p:spPr>
            <a:xfrm>
              <a:off x="227305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6" name="Oval 695">
              <a:extLst>
                <a:ext uri="{FF2B5EF4-FFF2-40B4-BE49-F238E27FC236}">
                  <a16:creationId xmlns:a16="http://schemas.microsoft.com/office/drawing/2014/main" id="{BD545B0B-15A8-6F32-CA28-7BB36F5A57CE}"/>
                </a:ext>
              </a:extLst>
            </p:cNvPr>
            <p:cNvSpPr/>
            <p:nvPr/>
          </p:nvSpPr>
          <p:spPr>
            <a:xfrm>
              <a:off x="2247636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7" name="Oval 696">
              <a:extLst>
                <a:ext uri="{FF2B5EF4-FFF2-40B4-BE49-F238E27FC236}">
                  <a16:creationId xmlns:a16="http://schemas.microsoft.com/office/drawing/2014/main" id="{2AF9823D-AAA0-F48A-4037-6E0E8332384A}"/>
                </a:ext>
              </a:extLst>
            </p:cNvPr>
            <p:cNvSpPr/>
            <p:nvPr/>
          </p:nvSpPr>
          <p:spPr>
            <a:xfrm>
              <a:off x="2222217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5" name="Oval 684">
              <a:extLst>
                <a:ext uri="{FF2B5EF4-FFF2-40B4-BE49-F238E27FC236}">
                  <a16:creationId xmlns:a16="http://schemas.microsoft.com/office/drawing/2014/main" id="{0BC0CE9F-6CDF-02B5-11CC-34D4D75F7723}"/>
                </a:ext>
              </a:extLst>
            </p:cNvPr>
            <p:cNvSpPr/>
            <p:nvPr/>
          </p:nvSpPr>
          <p:spPr>
            <a:xfrm>
              <a:off x="249624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37097094-A041-F58B-3D1B-A595C85BEEC8}"/>
                </a:ext>
              </a:extLst>
            </p:cNvPr>
            <p:cNvSpPr/>
            <p:nvPr/>
          </p:nvSpPr>
          <p:spPr>
            <a:xfrm>
              <a:off x="234372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8" name="Oval 677">
              <a:extLst>
                <a:ext uri="{FF2B5EF4-FFF2-40B4-BE49-F238E27FC236}">
                  <a16:creationId xmlns:a16="http://schemas.microsoft.com/office/drawing/2014/main" id="{061B18A0-026B-6FFB-4F91-0FA264D5AFDC}"/>
                </a:ext>
              </a:extLst>
            </p:cNvPr>
            <p:cNvSpPr/>
            <p:nvPr/>
          </p:nvSpPr>
          <p:spPr>
            <a:xfrm>
              <a:off x="264317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4" name="Oval 683">
              <a:extLst>
                <a:ext uri="{FF2B5EF4-FFF2-40B4-BE49-F238E27FC236}">
                  <a16:creationId xmlns:a16="http://schemas.microsoft.com/office/drawing/2014/main" id="{4A1DFA86-6149-E190-5F0D-004B8B824BC6}"/>
                </a:ext>
              </a:extLst>
            </p:cNvPr>
            <p:cNvSpPr/>
            <p:nvPr/>
          </p:nvSpPr>
          <p:spPr>
            <a:xfrm>
              <a:off x="249065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1" name="Oval 670">
              <a:extLst>
                <a:ext uri="{FF2B5EF4-FFF2-40B4-BE49-F238E27FC236}">
                  <a16:creationId xmlns:a16="http://schemas.microsoft.com/office/drawing/2014/main" id="{CD5C555C-8F43-2173-2E42-5B1D2E9ABA85}"/>
                </a:ext>
              </a:extLst>
            </p:cNvPr>
            <p:cNvSpPr/>
            <p:nvPr/>
          </p:nvSpPr>
          <p:spPr>
            <a:xfrm>
              <a:off x="279010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6" name="Oval 675">
              <a:extLst>
                <a:ext uri="{FF2B5EF4-FFF2-40B4-BE49-F238E27FC236}">
                  <a16:creationId xmlns:a16="http://schemas.microsoft.com/office/drawing/2014/main" id="{548677DB-424D-9A01-D6DA-C64F09988D90}"/>
                </a:ext>
              </a:extLst>
            </p:cNvPr>
            <p:cNvSpPr/>
            <p:nvPr/>
          </p:nvSpPr>
          <p:spPr>
            <a:xfrm>
              <a:off x="2663008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7" name="Oval 676">
              <a:extLst>
                <a:ext uri="{FF2B5EF4-FFF2-40B4-BE49-F238E27FC236}">
                  <a16:creationId xmlns:a16="http://schemas.microsoft.com/office/drawing/2014/main" id="{F440E96E-EA2D-0DAC-8025-47900ADFD6E5}"/>
                </a:ext>
              </a:extLst>
            </p:cNvPr>
            <p:cNvSpPr/>
            <p:nvPr/>
          </p:nvSpPr>
          <p:spPr>
            <a:xfrm>
              <a:off x="263759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FB5D1F75-8DB6-D177-6536-22F6A9E42E5F}"/>
                </a:ext>
              </a:extLst>
            </p:cNvPr>
            <p:cNvSpPr/>
            <p:nvPr/>
          </p:nvSpPr>
          <p:spPr>
            <a:xfrm>
              <a:off x="2911611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6" name="Oval 665">
              <a:extLst>
                <a:ext uri="{FF2B5EF4-FFF2-40B4-BE49-F238E27FC236}">
                  <a16:creationId xmlns:a16="http://schemas.microsoft.com/office/drawing/2014/main" id="{09D9B8C2-BB9A-1A6A-A985-5E3DF15493E3}"/>
                </a:ext>
              </a:extLst>
            </p:cNvPr>
            <p:cNvSpPr/>
            <p:nvPr/>
          </p:nvSpPr>
          <p:spPr>
            <a:xfrm>
              <a:off x="2886193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7" name="Oval 666">
              <a:extLst>
                <a:ext uri="{FF2B5EF4-FFF2-40B4-BE49-F238E27FC236}">
                  <a16:creationId xmlns:a16="http://schemas.microsoft.com/office/drawing/2014/main" id="{34B0E975-DFA6-3C85-0832-8DF046BF71C8}"/>
                </a:ext>
              </a:extLst>
            </p:cNvPr>
            <p:cNvSpPr/>
            <p:nvPr/>
          </p:nvSpPr>
          <p:spPr>
            <a:xfrm>
              <a:off x="286077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8" name="Oval 667">
              <a:extLst>
                <a:ext uri="{FF2B5EF4-FFF2-40B4-BE49-F238E27FC236}">
                  <a16:creationId xmlns:a16="http://schemas.microsoft.com/office/drawing/2014/main" id="{214C7A79-3B61-979B-7DA8-B652BCF5E7B2}"/>
                </a:ext>
              </a:extLst>
            </p:cNvPr>
            <p:cNvSpPr/>
            <p:nvPr/>
          </p:nvSpPr>
          <p:spPr>
            <a:xfrm>
              <a:off x="2835356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9" name="Oval 668">
              <a:extLst>
                <a:ext uri="{FF2B5EF4-FFF2-40B4-BE49-F238E27FC236}">
                  <a16:creationId xmlns:a16="http://schemas.microsoft.com/office/drawing/2014/main" id="{BC3F99AE-7145-5FA4-ADBF-C859D5BEE1CC}"/>
                </a:ext>
              </a:extLst>
            </p:cNvPr>
            <p:cNvSpPr/>
            <p:nvPr/>
          </p:nvSpPr>
          <p:spPr>
            <a:xfrm>
              <a:off x="2809937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0" name="Oval 669">
              <a:extLst>
                <a:ext uri="{FF2B5EF4-FFF2-40B4-BE49-F238E27FC236}">
                  <a16:creationId xmlns:a16="http://schemas.microsoft.com/office/drawing/2014/main" id="{78BFEDD3-D7A9-ABF9-9D9A-220C7E6F3E1E}"/>
                </a:ext>
              </a:extLst>
            </p:cNvPr>
            <p:cNvSpPr/>
            <p:nvPr/>
          </p:nvSpPr>
          <p:spPr>
            <a:xfrm>
              <a:off x="278451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162A19-DFD0-C48F-97D3-682691BE7057}"/>
              </a:ext>
            </a:extLst>
          </p:cNvPr>
          <p:cNvGrpSpPr/>
          <p:nvPr/>
        </p:nvGrpSpPr>
        <p:grpSpPr>
          <a:xfrm>
            <a:off x="4280435" y="4903259"/>
            <a:ext cx="788466" cy="965106"/>
            <a:chOff x="4280435" y="4903259"/>
            <a:chExt cx="788466" cy="965106"/>
          </a:xfrm>
        </p:grpSpPr>
        <p:sp>
          <p:nvSpPr>
            <p:cNvPr id="775" name="Oval 774">
              <a:extLst>
                <a:ext uri="{FF2B5EF4-FFF2-40B4-BE49-F238E27FC236}">
                  <a16:creationId xmlns:a16="http://schemas.microsoft.com/office/drawing/2014/main" id="{BFFA8F5C-9403-7673-EB04-38B7F9C63FE7}"/>
                </a:ext>
              </a:extLst>
            </p:cNvPr>
            <p:cNvSpPr/>
            <p:nvPr/>
          </p:nvSpPr>
          <p:spPr>
            <a:xfrm>
              <a:off x="4382109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6" name="Oval 775">
              <a:extLst>
                <a:ext uri="{FF2B5EF4-FFF2-40B4-BE49-F238E27FC236}">
                  <a16:creationId xmlns:a16="http://schemas.microsoft.com/office/drawing/2014/main" id="{DCE8842D-8643-9AFC-D55C-1A4C75DCC41F}"/>
                </a:ext>
              </a:extLst>
            </p:cNvPr>
            <p:cNvSpPr/>
            <p:nvPr/>
          </p:nvSpPr>
          <p:spPr>
            <a:xfrm>
              <a:off x="4356690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9" name="Oval 778">
              <a:extLst>
                <a:ext uri="{FF2B5EF4-FFF2-40B4-BE49-F238E27FC236}">
                  <a16:creationId xmlns:a16="http://schemas.microsoft.com/office/drawing/2014/main" id="{25D00532-ECAD-C44C-BE48-264B26A97780}"/>
                </a:ext>
              </a:extLst>
            </p:cNvPr>
            <p:cNvSpPr/>
            <p:nvPr/>
          </p:nvSpPr>
          <p:spPr>
            <a:xfrm>
              <a:off x="4280435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7" name="Oval 766">
              <a:extLst>
                <a:ext uri="{FF2B5EF4-FFF2-40B4-BE49-F238E27FC236}">
                  <a16:creationId xmlns:a16="http://schemas.microsoft.com/office/drawing/2014/main" id="{DDE9568E-0BEB-5129-1849-BFA5F07E4C73}"/>
                </a:ext>
              </a:extLst>
            </p:cNvPr>
            <p:cNvSpPr/>
            <p:nvPr/>
          </p:nvSpPr>
          <p:spPr>
            <a:xfrm>
              <a:off x="455445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0" name="Oval 769">
              <a:extLst>
                <a:ext uri="{FF2B5EF4-FFF2-40B4-BE49-F238E27FC236}">
                  <a16:creationId xmlns:a16="http://schemas.microsoft.com/office/drawing/2014/main" id="{EFD144D5-1EC1-ED3E-A802-04012B9C99B4}"/>
                </a:ext>
              </a:extLst>
            </p:cNvPr>
            <p:cNvSpPr/>
            <p:nvPr/>
          </p:nvSpPr>
          <p:spPr>
            <a:xfrm>
              <a:off x="4478202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3" name="Oval 772">
              <a:extLst>
                <a:ext uri="{FF2B5EF4-FFF2-40B4-BE49-F238E27FC236}">
                  <a16:creationId xmlns:a16="http://schemas.microsoft.com/office/drawing/2014/main" id="{BBA34D76-149D-FCDA-9A8A-48BDCC278869}"/>
                </a:ext>
              </a:extLst>
            </p:cNvPr>
            <p:cNvSpPr/>
            <p:nvPr/>
          </p:nvSpPr>
          <p:spPr>
            <a:xfrm>
              <a:off x="4401947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0" name="Oval 759">
              <a:extLst>
                <a:ext uri="{FF2B5EF4-FFF2-40B4-BE49-F238E27FC236}">
                  <a16:creationId xmlns:a16="http://schemas.microsoft.com/office/drawing/2014/main" id="{D69AC9D3-8D3E-A9B3-F186-5DBD8785450C}"/>
                </a:ext>
              </a:extLst>
            </p:cNvPr>
            <p:cNvSpPr/>
            <p:nvPr/>
          </p:nvSpPr>
          <p:spPr>
            <a:xfrm>
              <a:off x="470138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3" name="Oval 762">
              <a:extLst>
                <a:ext uri="{FF2B5EF4-FFF2-40B4-BE49-F238E27FC236}">
                  <a16:creationId xmlns:a16="http://schemas.microsoft.com/office/drawing/2014/main" id="{2E6F076A-3549-65FA-BC13-D82679A3D2DE}"/>
                </a:ext>
              </a:extLst>
            </p:cNvPr>
            <p:cNvSpPr/>
            <p:nvPr/>
          </p:nvSpPr>
          <p:spPr>
            <a:xfrm>
              <a:off x="462513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6" name="Oval 765">
              <a:extLst>
                <a:ext uri="{FF2B5EF4-FFF2-40B4-BE49-F238E27FC236}">
                  <a16:creationId xmlns:a16="http://schemas.microsoft.com/office/drawing/2014/main" id="{FBE6FFD0-1C94-D974-4056-5E5039B6EEE9}"/>
                </a:ext>
              </a:extLst>
            </p:cNvPr>
            <p:cNvSpPr/>
            <p:nvPr/>
          </p:nvSpPr>
          <p:spPr>
            <a:xfrm>
              <a:off x="4548877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3" name="Oval 752">
              <a:extLst>
                <a:ext uri="{FF2B5EF4-FFF2-40B4-BE49-F238E27FC236}">
                  <a16:creationId xmlns:a16="http://schemas.microsoft.com/office/drawing/2014/main" id="{88BDA40F-A947-987E-5C8B-CC3D55285A8C}"/>
                </a:ext>
              </a:extLst>
            </p:cNvPr>
            <p:cNvSpPr/>
            <p:nvPr/>
          </p:nvSpPr>
          <p:spPr>
            <a:xfrm>
              <a:off x="484831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6" name="Oval 755">
              <a:extLst>
                <a:ext uri="{FF2B5EF4-FFF2-40B4-BE49-F238E27FC236}">
                  <a16:creationId xmlns:a16="http://schemas.microsoft.com/office/drawing/2014/main" id="{1E62ECE0-BA52-7FC1-7D02-39929EFFE8A5}"/>
                </a:ext>
              </a:extLst>
            </p:cNvPr>
            <p:cNvSpPr/>
            <p:nvPr/>
          </p:nvSpPr>
          <p:spPr>
            <a:xfrm>
              <a:off x="477206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9" name="Oval 758">
              <a:extLst>
                <a:ext uri="{FF2B5EF4-FFF2-40B4-BE49-F238E27FC236}">
                  <a16:creationId xmlns:a16="http://schemas.microsoft.com/office/drawing/2014/main" id="{2F5E1DBB-9B40-705E-6084-AF83AF27C374}"/>
                </a:ext>
              </a:extLst>
            </p:cNvPr>
            <p:cNvSpPr/>
            <p:nvPr/>
          </p:nvSpPr>
          <p:spPr>
            <a:xfrm>
              <a:off x="469580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7" name="Oval 746">
              <a:extLst>
                <a:ext uri="{FF2B5EF4-FFF2-40B4-BE49-F238E27FC236}">
                  <a16:creationId xmlns:a16="http://schemas.microsoft.com/office/drawing/2014/main" id="{244215BB-B3E7-784A-150F-9AC5082842BE}"/>
                </a:ext>
              </a:extLst>
            </p:cNvPr>
            <p:cNvSpPr/>
            <p:nvPr/>
          </p:nvSpPr>
          <p:spPr>
            <a:xfrm>
              <a:off x="4969829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0" name="Oval 749">
              <a:extLst>
                <a:ext uri="{FF2B5EF4-FFF2-40B4-BE49-F238E27FC236}">
                  <a16:creationId xmlns:a16="http://schemas.microsoft.com/office/drawing/2014/main" id="{3B0DFA5A-8EED-8061-8E93-B1541345772B}"/>
                </a:ext>
              </a:extLst>
            </p:cNvPr>
            <p:cNvSpPr/>
            <p:nvPr/>
          </p:nvSpPr>
          <p:spPr>
            <a:xfrm>
              <a:off x="4893574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1" name="Oval 750">
              <a:extLst>
                <a:ext uri="{FF2B5EF4-FFF2-40B4-BE49-F238E27FC236}">
                  <a16:creationId xmlns:a16="http://schemas.microsoft.com/office/drawing/2014/main" id="{54B32BA2-9414-9BAC-C8BB-1EC81A29033C}"/>
                </a:ext>
              </a:extLst>
            </p:cNvPr>
            <p:cNvSpPr/>
            <p:nvPr/>
          </p:nvSpPr>
          <p:spPr>
            <a:xfrm>
              <a:off x="4868155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3DAD20-7F4A-32B8-A530-16CD991E8439}"/>
              </a:ext>
            </a:extLst>
          </p:cNvPr>
          <p:cNvGrpSpPr/>
          <p:nvPr/>
        </p:nvGrpSpPr>
        <p:grpSpPr>
          <a:xfrm>
            <a:off x="5436636" y="4903259"/>
            <a:ext cx="686792" cy="965106"/>
            <a:chOff x="5436636" y="4903259"/>
            <a:chExt cx="686792" cy="965106"/>
          </a:xfrm>
        </p:grpSpPr>
        <p:sp>
          <p:nvSpPr>
            <p:cNvPr id="815" name="Oval 814">
              <a:extLst>
                <a:ext uri="{FF2B5EF4-FFF2-40B4-BE49-F238E27FC236}">
                  <a16:creationId xmlns:a16="http://schemas.microsoft.com/office/drawing/2014/main" id="{9AAA942B-1A08-B5F9-04E4-654A0C2ED13E}"/>
                </a:ext>
              </a:extLst>
            </p:cNvPr>
            <p:cNvSpPr/>
            <p:nvPr/>
          </p:nvSpPr>
          <p:spPr>
            <a:xfrm>
              <a:off x="5436636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8" name="Oval 807">
              <a:extLst>
                <a:ext uri="{FF2B5EF4-FFF2-40B4-BE49-F238E27FC236}">
                  <a16:creationId xmlns:a16="http://schemas.microsoft.com/office/drawing/2014/main" id="{16080AF9-765E-0AE0-12A4-458A5639CB29}"/>
                </a:ext>
              </a:extLst>
            </p:cNvPr>
            <p:cNvSpPr/>
            <p:nvPr/>
          </p:nvSpPr>
          <p:spPr>
            <a:xfrm>
              <a:off x="558356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1" name="Oval 800">
              <a:extLst>
                <a:ext uri="{FF2B5EF4-FFF2-40B4-BE49-F238E27FC236}">
                  <a16:creationId xmlns:a16="http://schemas.microsoft.com/office/drawing/2014/main" id="{B625AE10-98CD-6F9E-0C86-E6FAC7BF0DBB}"/>
                </a:ext>
              </a:extLst>
            </p:cNvPr>
            <p:cNvSpPr/>
            <p:nvPr/>
          </p:nvSpPr>
          <p:spPr>
            <a:xfrm>
              <a:off x="573049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2" name="Oval 801">
              <a:extLst>
                <a:ext uri="{FF2B5EF4-FFF2-40B4-BE49-F238E27FC236}">
                  <a16:creationId xmlns:a16="http://schemas.microsoft.com/office/drawing/2014/main" id="{F57E3953-1829-141E-E0E3-336F3F815BE3}"/>
                </a:ext>
              </a:extLst>
            </p:cNvPr>
            <p:cNvSpPr/>
            <p:nvPr/>
          </p:nvSpPr>
          <p:spPr>
            <a:xfrm>
              <a:off x="5705079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3" name="Oval 802">
              <a:extLst>
                <a:ext uri="{FF2B5EF4-FFF2-40B4-BE49-F238E27FC236}">
                  <a16:creationId xmlns:a16="http://schemas.microsoft.com/office/drawing/2014/main" id="{0DEC9FDD-2DB7-1102-F6B4-197CCC798B93}"/>
                </a:ext>
              </a:extLst>
            </p:cNvPr>
            <p:cNvSpPr/>
            <p:nvPr/>
          </p:nvSpPr>
          <p:spPr>
            <a:xfrm>
              <a:off x="5679660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4" name="Oval 803">
              <a:extLst>
                <a:ext uri="{FF2B5EF4-FFF2-40B4-BE49-F238E27FC236}">
                  <a16:creationId xmlns:a16="http://schemas.microsoft.com/office/drawing/2014/main" id="{E6384810-B3C9-F505-DEA4-628A0B0C79DB}"/>
                </a:ext>
              </a:extLst>
            </p:cNvPr>
            <p:cNvSpPr/>
            <p:nvPr/>
          </p:nvSpPr>
          <p:spPr>
            <a:xfrm>
              <a:off x="5654242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5" name="Oval 804">
              <a:extLst>
                <a:ext uri="{FF2B5EF4-FFF2-40B4-BE49-F238E27FC236}">
                  <a16:creationId xmlns:a16="http://schemas.microsoft.com/office/drawing/2014/main" id="{B423B2B0-3341-5A8D-8EAC-47F0A4B80B2D}"/>
                </a:ext>
              </a:extLst>
            </p:cNvPr>
            <p:cNvSpPr/>
            <p:nvPr/>
          </p:nvSpPr>
          <p:spPr>
            <a:xfrm>
              <a:off x="5628823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6" name="Oval 805">
              <a:extLst>
                <a:ext uri="{FF2B5EF4-FFF2-40B4-BE49-F238E27FC236}">
                  <a16:creationId xmlns:a16="http://schemas.microsoft.com/office/drawing/2014/main" id="{F4014B18-EEB4-3ADC-9F53-81FDA7DA5720}"/>
                </a:ext>
              </a:extLst>
            </p:cNvPr>
            <p:cNvSpPr/>
            <p:nvPr/>
          </p:nvSpPr>
          <p:spPr>
            <a:xfrm>
              <a:off x="5603405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7" name="Oval 806">
              <a:extLst>
                <a:ext uri="{FF2B5EF4-FFF2-40B4-BE49-F238E27FC236}">
                  <a16:creationId xmlns:a16="http://schemas.microsoft.com/office/drawing/2014/main" id="{E1F9B25F-C9DC-2479-CC95-7324C6F4DA65}"/>
                </a:ext>
              </a:extLst>
            </p:cNvPr>
            <p:cNvSpPr/>
            <p:nvPr/>
          </p:nvSpPr>
          <p:spPr>
            <a:xfrm>
              <a:off x="5577986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4" name="Oval 793">
              <a:extLst>
                <a:ext uri="{FF2B5EF4-FFF2-40B4-BE49-F238E27FC236}">
                  <a16:creationId xmlns:a16="http://schemas.microsoft.com/office/drawing/2014/main" id="{D3A75F73-B502-612C-E74A-370C51C10878}"/>
                </a:ext>
              </a:extLst>
            </p:cNvPr>
            <p:cNvSpPr/>
            <p:nvPr/>
          </p:nvSpPr>
          <p:spPr>
            <a:xfrm>
              <a:off x="587742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7" name="Oval 786">
              <a:extLst>
                <a:ext uri="{FF2B5EF4-FFF2-40B4-BE49-F238E27FC236}">
                  <a16:creationId xmlns:a16="http://schemas.microsoft.com/office/drawing/2014/main" id="{E5D40040-6BEB-32BB-A3DC-7DA717454CBB}"/>
                </a:ext>
              </a:extLst>
            </p:cNvPr>
            <p:cNvSpPr/>
            <p:nvPr/>
          </p:nvSpPr>
          <p:spPr>
            <a:xfrm>
              <a:off x="6024356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4EDA53-78A7-516F-EDDC-F172A8D90853}"/>
              </a:ext>
            </a:extLst>
          </p:cNvPr>
          <p:cNvGrpSpPr/>
          <p:nvPr/>
        </p:nvGrpSpPr>
        <p:grpSpPr>
          <a:xfrm>
            <a:off x="6338653" y="4903259"/>
            <a:ext cx="813884" cy="965106"/>
            <a:chOff x="6338653" y="4903259"/>
            <a:chExt cx="813884" cy="965106"/>
          </a:xfrm>
        </p:grpSpPr>
        <p:sp>
          <p:nvSpPr>
            <p:cNvPr id="856" name="Oval 855">
              <a:extLst>
                <a:ext uri="{FF2B5EF4-FFF2-40B4-BE49-F238E27FC236}">
                  <a16:creationId xmlns:a16="http://schemas.microsoft.com/office/drawing/2014/main" id="{6985A4B7-93FB-C1E8-A109-C90607B447C7}"/>
                </a:ext>
              </a:extLst>
            </p:cNvPr>
            <p:cNvSpPr/>
            <p:nvPr/>
          </p:nvSpPr>
          <p:spPr>
            <a:xfrm>
              <a:off x="6465745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57" name="Oval 856">
              <a:extLst>
                <a:ext uri="{FF2B5EF4-FFF2-40B4-BE49-F238E27FC236}">
                  <a16:creationId xmlns:a16="http://schemas.microsoft.com/office/drawing/2014/main" id="{A4A37828-C873-7DD9-66A8-21E8CDFEE9F0}"/>
                </a:ext>
              </a:extLst>
            </p:cNvPr>
            <p:cNvSpPr/>
            <p:nvPr/>
          </p:nvSpPr>
          <p:spPr>
            <a:xfrm>
              <a:off x="6440327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58" name="Oval 857">
              <a:extLst>
                <a:ext uri="{FF2B5EF4-FFF2-40B4-BE49-F238E27FC236}">
                  <a16:creationId xmlns:a16="http://schemas.microsoft.com/office/drawing/2014/main" id="{C3F1E53D-3C58-BBB0-D1FC-25D6C83FAC0B}"/>
                </a:ext>
              </a:extLst>
            </p:cNvPr>
            <p:cNvSpPr/>
            <p:nvPr/>
          </p:nvSpPr>
          <p:spPr>
            <a:xfrm>
              <a:off x="6414908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59" name="Oval 858">
              <a:extLst>
                <a:ext uri="{FF2B5EF4-FFF2-40B4-BE49-F238E27FC236}">
                  <a16:creationId xmlns:a16="http://schemas.microsoft.com/office/drawing/2014/main" id="{01CAF458-80E2-DC16-7363-0EC682683662}"/>
                </a:ext>
              </a:extLst>
            </p:cNvPr>
            <p:cNvSpPr/>
            <p:nvPr/>
          </p:nvSpPr>
          <p:spPr>
            <a:xfrm>
              <a:off x="6389490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37B5C93A-1F54-16FE-C0B1-E93DED47CEFD}"/>
                </a:ext>
              </a:extLst>
            </p:cNvPr>
            <p:cNvSpPr/>
            <p:nvPr/>
          </p:nvSpPr>
          <p:spPr>
            <a:xfrm>
              <a:off x="6364072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61" name="Oval 860">
              <a:extLst>
                <a:ext uri="{FF2B5EF4-FFF2-40B4-BE49-F238E27FC236}">
                  <a16:creationId xmlns:a16="http://schemas.microsoft.com/office/drawing/2014/main" id="{9A0646C3-02FE-F665-B882-A3055760A223}"/>
                </a:ext>
              </a:extLst>
            </p:cNvPr>
            <p:cNvSpPr/>
            <p:nvPr/>
          </p:nvSpPr>
          <p:spPr>
            <a:xfrm>
              <a:off x="6338653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55" name="Oval 854">
              <a:extLst>
                <a:ext uri="{FF2B5EF4-FFF2-40B4-BE49-F238E27FC236}">
                  <a16:creationId xmlns:a16="http://schemas.microsoft.com/office/drawing/2014/main" id="{9BB9C4FD-74B6-4B68-F36C-F6E4B5DF0998}"/>
                </a:ext>
              </a:extLst>
            </p:cNvPr>
            <p:cNvSpPr/>
            <p:nvPr/>
          </p:nvSpPr>
          <p:spPr>
            <a:xfrm>
              <a:off x="6460165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48" name="Oval 847">
              <a:extLst>
                <a:ext uri="{FF2B5EF4-FFF2-40B4-BE49-F238E27FC236}">
                  <a16:creationId xmlns:a16="http://schemas.microsoft.com/office/drawing/2014/main" id="{869E48DE-030E-4E5E-68E3-568D0C7C7F74}"/>
                </a:ext>
              </a:extLst>
            </p:cNvPr>
            <p:cNvSpPr/>
            <p:nvPr/>
          </p:nvSpPr>
          <p:spPr>
            <a:xfrm>
              <a:off x="6607095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41" name="Oval 840">
              <a:extLst>
                <a:ext uri="{FF2B5EF4-FFF2-40B4-BE49-F238E27FC236}">
                  <a16:creationId xmlns:a16="http://schemas.microsoft.com/office/drawing/2014/main" id="{AE3D29AE-2DA9-0C1C-C9B4-CA469257521E}"/>
                </a:ext>
              </a:extLst>
            </p:cNvPr>
            <p:cNvSpPr/>
            <p:nvPr/>
          </p:nvSpPr>
          <p:spPr>
            <a:xfrm>
              <a:off x="6754026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28" name="Oval 827">
              <a:extLst>
                <a:ext uri="{FF2B5EF4-FFF2-40B4-BE49-F238E27FC236}">
                  <a16:creationId xmlns:a16="http://schemas.microsoft.com/office/drawing/2014/main" id="{CD724C32-9DF0-3ED8-4953-D1A86DD3B28D}"/>
                </a:ext>
              </a:extLst>
            </p:cNvPr>
            <p:cNvSpPr/>
            <p:nvPr/>
          </p:nvSpPr>
          <p:spPr>
            <a:xfrm>
              <a:off x="7053465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29" name="Oval 828">
              <a:extLst>
                <a:ext uri="{FF2B5EF4-FFF2-40B4-BE49-F238E27FC236}">
                  <a16:creationId xmlns:a16="http://schemas.microsoft.com/office/drawing/2014/main" id="{37CF6DD6-F1C5-1D98-B4BF-E54207AEC19D}"/>
                </a:ext>
              </a:extLst>
            </p:cNvPr>
            <p:cNvSpPr/>
            <p:nvPr/>
          </p:nvSpPr>
          <p:spPr>
            <a:xfrm>
              <a:off x="7028047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A967DF36-16CD-9672-360C-E6287A0A841D}"/>
                </a:ext>
              </a:extLst>
            </p:cNvPr>
            <p:cNvSpPr/>
            <p:nvPr/>
          </p:nvSpPr>
          <p:spPr>
            <a:xfrm>
              <a:off x="7002628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31" name="Oval 830">
              <a:extLst>
                <a:ext uri="{FF2B5EF4-FFF2-40B4-BE49-F238E27FC236}">
                  <a16:creationId xmlns:a16="http://schemas.microsoft.com/office/drawing/2014/main" id="{9C3B31D2-74D4-7604-B797-64D55C7E9D6E}"/>
                </a:ext>
              </a:extLst>
            </p:cNvPr>
            <p:cNvSpPr/>
            <p:nvPr/>
          </p:nvSpPr>
          <p:spPr>
            <a:xfrm>
              <a:off x="6977210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32" name="Oval 831">
              <a:extLst>
                <a:ext uri="{FF2B5EF4-FFF2-40B4-BE49-F238E27FC236}">
                  <a16:creationId xmlns:a16="http://schemas.microsoft.com/office/drawing/2014/main" id="{4856017D-FB7E-1505-3B9B-579D3EA99497}"/>
                </a:ext>
              </a:extLst>
            </p:cNvPr>
            <p:cNvSpPr/>
            <p:nvPr/>
          </p:nvSpPr>
          <p:spPr>
            <a:xfrm>
              <a:off x="6951792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33" name="Oval 832">
              <a:extLst>
                <a:ext uri="{FF2B5EF4-FFF2-40B4-BE49-F238E27FC236}">
                  <a16:creationId xmlns:a16="http://schemas.microsoft.com/office/drawing/2014/main" id="{C7A9CD7E-17A6-6DD4-01CE-D67DD2A6FA74}"/>
                </a:ext>
              </a:extLst>
            </p:cNvPr>
            <p:cNvSpPr/>
            <p:nvPr/>
          </p:nvSpPr>
          <p:spPr>
            <a:xfrm>
              <a:off x="6926373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3ACC497-994A-029F-28E7-5DBBE2B65458}"/>
              </a:ext>
            </a:extLst>
          </p:cNvPr>
          <p:cNvGrpSpPr/>
          <p:nvPr/>
        </p:nvGrpSpPr>
        <p:grpSpPr>
          <a:xfrm>
            <a:off x="7393180" y="4903259"/>
            <a:ext cx="788466" cy="965106"/>
            <a:chOff x="7393180" y="4903259"/>
            <a:chExt cx="788466" cy="965106"/>
          </a:xfrm>
        </p:grpSpPr>
        <p:sp>
          <p:nvSpPr>
            <p:cNvPr id="897" name="Oval 896">
              <a:extLst>
                <a:ext uri="{FF2B5EF4-FFF2-40B4-BE49-F238E27FC236}">
                  <a16:creationId xmlns:a16="http://schemas.microsoft.com/office/drawing/2014/main" id="{3D7B2E84-E506-E7C4-35DA-7A144392A196}"/>
                </a:ext>
              </a:extLst>
            </p:cNvPr>
            <p:cNvSpPr/>
            <p:nvPr/>
          </p:nvSpPr>
          <p:spPr>
            <a:xfrm>
              <a:off x="7494854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98" name="Oval 897">
              <a:extLst>
                <a:ext uri="{FF2B5EF4-FFF2-40B4-BE49-F238E27FC236}">
                  <a16:creationId xmlns:a16="http://schemas.microsoft.com/office/drawing/2014/main" id="{4F692E21-6938-91D8-8B14-B69C184E5FB7}"/>
                </a:ext>
              </a:extLst>
            </p:cNvPr>
            <p:cNvSpPr/>
            <p:nvPr/>
          </p:nvSpPr>
          <p:spPr>
            <a:xfrm>
              <a:off x="746943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99" name="Oval 898">
              <a:extLst>
                <a:ext uri="{FF2B5EF4-FFF2-40B4-BE49-F238E27FC236}">
                  <a16:creationId xmlns:a16="http://schemas.microsoft.com/office/drawing/2014/main" id="{7134FE0A-BDF6-28CF-8391-14A3D455983F}"/>
                </a:ext>
              </a:extLst>
            </p:cNvPr>
            <p:cNvSpPr/>
            <p:nvPr/>
          </p:nvSpPr>
          <p:spPr>
            <a:xfrm>
              <a:off x="7444017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00" name="Oval 899">
              <a:extLst>
                <a:ext uri="{FF2B5EF4-FFF2-40B4-BE49-F238E27FC236}">
                  <a16:creationId xmlns:a16="http://schemas.microsoft.com/office/drawing/2014/main" id="{C082FE7D-EDEE-ECFA-99CC-65477D8ECB15}"/>
                </a:ext>
              </a:extLst>
            </p:cNvPr>
            <p:cNvSpPr/>
            <p:nvPr/>
          </p:nvSpPr>
          <p:spPr>
            <a:xfrm>
              <a:off x="7418599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01" name="Oval 900">
              <a:extLst>
                <a:ext uri="{FF2B5EF4-FFF2-40B4-BE49-F238E27FC236}">
                  <a16:creationId xmlns:a16="http://schemas.microsoft.com/office/drawing/2014/main" id="{DA5EF537-C477-0425-56B1-029C389AF7C2}"/>
                </a:ext>
              </a:extLst>
            </p:cNvPr>
            <p:cNvSpPr/>
            <p:nvPr/>
          </p:nvSpPr>
          <p:spPr>
            <a:xfrm>
              <a:off x="7393180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95" name="Oval 894">
              <a:extLst>
                <a:ext uri="{FF2B5EF4-FFF2-40B4-BE49-F238E27FC236}">
                  <a16:creationId xmlns:a16="http://schemas.microsoft.com/office/drawing/2014/main" id="{FCBFB434-9EFA-F807-549C-FE16198F8EC9}"/>
                </a:ext>
              </a:extLst>
            </p:cNvPr>
            <p:cNvSpPr/>
            <p:nvPr/>
          </p:nvSpPr>
          <p:spPr>
            <a:xfrm>
              <a:off x="7514692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89" name="Oval 888">
              <a:extLst>
                <a:ext uri="{FF2B5EF4-FFF2-40B4-BE49-F238E27FC236}">
                  <a16:creationId xmlns:a16="http://schemas.microsoft.com/office/drawing/2014/main" id="{32E7CBBB-A652-D4F1-33EB-1D8D4701445C}"/>
                </a:ext>
              </a:extLst>
            </p:cNvPr>
            <p:cNvSpPr/>
            <p:nvPr/>
          </p:nvSpPr>
          <p:spPr>
            <a:xfrm>
              <a:off x="7636204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81" name="Oval 880">
              <a:extLst>
                <a:ext uri="{FF2B5EF4-FFF2-40B4-BE49-F238E27FC236}">
                  <a16:creationId xmlns:a16="http://schemas.microsoft.com/office/drawing/2014/main" id="{1D96A11B-397B-DDA8-1D34-3CFA107EE1DC}"/>
                </a:ext>
              </a:extLst>
            </p:cNvPr>
            <p:cNvSpPr/>
            <p:nvPr/>
          </p:nvSpPr>
          <p:spPr>
            <a:xfrm>
              <a:off x="7808553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69" name="Oval 868">
              <a:extLst>
                <a:ext uri="{FF2B5EF4-FFF2-40B4-BE49-F238E27FC236}">
                  <a16:creationId xmlns:a16="http://schemas.microsoft.com/office/drawing/2014/main" id="{26BD78C1-B6F8-C260-0565-55A0DD6F8807}"/>
                </a:ext>
              </a:extLst>
            </p:cNvPr>
            <p:cNvSpPr/>
            <p:nvPr/>
          </p:nvSpPr>
          <p:spPr>
            <a:xfrm>
              <a:off x="8082574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70" name="Oval 869">
              <a:extLst>
                <a:ext uri="{FF2B5EF4-FFF2-40B4-BE49-F238E27FC236}">
                  <a16:creationId xmlns:a16="http://schemas.microsoft.com/office/drawing/2014/main" id="{8129A20A-321C-3A16-5A34-092C57D3FA48}"/>
                </a:ext>
              </a:extLst>
            </p:cNvPr>
            <p:cNvSpPr/>
            <p:nvPr/>
          </p:nvSpPr>
          <p:spPr>
            <a:xfrm>
              <a:off x="805715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71" name="Oval 870">
              <a:extLst>
                <a:ext uri="{FF2B5EF4-FFF2-40B4-BE49-F238E27FC236}">
                  <a16:creationId xmlns:a16="http://schemas.microsoft.com/office/drawing/2014/main" id="{FFDBCC66-0A74-AB04-8E82-2967FA2859BE}"/>
                </a:ext>
              </a:extLst>
            </p:cNvPr>
            <p:cNvSpPr/>
            <p:nvPr/>
          </p:nvSpPr>
          <p:spPr>
            <a:xfrm>
              <a:off x="8031737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72" name="Oval 871">
              <a:extLst>
                <a:ext uri="{FF2B5EF4-FFF2-40B4-BE49-F238E27FC236}">
                  <a16:creationId xmlns:a16="http://schemas.microsoft.com/office/drawing/2014/main" id="{6CE091E1-C84E-037E-738A-DC236C69E317}"/>
                </a:ext>
              </a:extLst>
            </p:cNvPr>
            <p:cNvSpPr/>
            <p:nvPr/>
          </p:nvSpPr>
          <p:spPr>
            <a:xfrm>
              <a:off x="8006319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73" name="Oval 872">
              <a:extLst>
                <a:ext uri="{FF2B5EF4-FFF2-40B4-BE49-F238E27FC236}">
                  <a16:creationId xmlns:a16="http://schemas.microsoft.com/office/drawing/2014/main" id="{E50ABD0D-7F2B-C18D-60D5-7469274B9CFF}"/>
                </a:ext>
              </a:extLst>
            </p:cNvPr>
            <p:cNvSpPr/>
            <p:nvPr/>
          </p:nvSpPr>
          <p:spPr>
            <a:xfrm>
              <a:off x="7980901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C0D070-EEE7-4BC9-8553-5B10050C3F1F}"/>
              </a:ext>
            </a:extLst>
          </p:cNvPr>
          <p:cNvGrpSpPr/>
          <p:nvPr/>
        </p:nvGrpSpPr>
        <p:grpSpPr>
          <a:xfrm>
            <a:off x="8371453" y="4903259"/>
            <a:ext cx="839302" cy="965106"/>
            <a:chOff x="8371453" y="4903259"/>
            <a:chExt cx="839302" cy="965106"/>
          </a:xfrm>
        </p:grpSpPr>
        <p:sp>
          <p:nvSpPr>
            <p:cNvPr id="938" name="Oval 937">
              <a:extLst>
                <a:ext uri="{FF2B5EF4-FFF2-40B4-BE49-F238E27FC236}">
                  <a16:creationId xmlns:a16="http://schemas.microsoft.com/office/drawing/2014/main" id="{272A8E19-61BB-9362-7550-58FEDF5DC6AC}"/>
                </a:ext>
              </a:extLst>
            </p:cNvPr>
            <p:cNvSpPr/>
            <p:nvPr/>
          </p:nvSpPr>
          <p:spPr>
            <a:xfrm>
              <a:off x="8523963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39" name="Oval 938">
              <a:extLst>
                <a:ext uri="{FF2B5EF4-FFF2-40B4-BE49-F238E27FC236}">
                  <a16:creationId xmlns:a16="http://schemas.microsoft.com/office/drawing/2014/main" id="{3B89F613-617A-85AB-6F1E-B1B5700693C3}"/>
                </a:ext>
              </a:extLst>
            </p:cNvPr>
            <p:cNvSpPr/>
            <p:nvPr/>
          </p:nvSpPr>
          <p:spPr>
            <a:xfrm>
              <a:off x="8498545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0" name="Oval 939">
              <a:extLst>
                <a:ext uri="{FF2B5EF4-FFF2-40B4-BE49-F238E27FC236}">
                  <a16:creationId xmlns:a16="http://schemas.microsoft.com/office/drawing/2014/main" id="{6A8435E6-A871-9587-FF0D-330D56CC41B4}"/>
                </a:ext>
              </a:extLst>
            </p:cNvPr>
            <p:cNvSpPr/>
            <p:nvPr/>
          </p:nvSpPr>
          <p:spPr>
            <a:xfrm>
              <a:off x="847312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464F7660-0AEA-D884-E17A-45AB71EA8DEC}"/>
                </a:ext>
              </a:extLst>
            </p:cNvPr>
            <p:cNvSpPr/>
            <p:nvPr/>
          </p:nvSpPr>
          <p:spPr>
            <a:xfrm>
              <a:off x="8447708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2" name="Oval 941">
              <a:extLst>
                <a:ext uri="{FF2B5EF4-FFF2-40B4-BE49-F238E27FC236}">
                  <a16:creationId xmlns:a16="http://schemas.microsoft.com/office/drawing/2014/main" id="{1E19BA13-5BBF-5781-A325-96EF23F05FF6}"/>
                </a:ext>
              </a:extLst>
            </p:cNvPr>
            <p:cNvSpPr/>
            <p:nvPr/>
          </p:nvSpPr>
          <p:spPr>
            <a:xfrm>
              <a:off x="842228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3" name="Oval 942">
              <a:extLst>
                <a:ext uri="{FF2B5EF4-FFF2-40B4-BE49-F238E27FC236}">
                  <a16:creationId xmlns:a16="http://schemas.microsoft.com/office/drawing/2014/main" id="{901BF42C-A050-1A1D-592D-7D4305719812}"/>
                </a:ext>
              </a:extLst>
            </p:cNvPr>
            <p:cNvSpPr/>
            <p:nvPr/>
          </p:nvSpPr>
          <p:spPr>
            <a:xfrm>
              <a:off x="8396871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4" name="Oval 943">
              <a:extLst>
                <a:ext uri="{FF2B5EF4-FFF2-40B4-BE49-F238E27FC236}">
                  <a16:creationId xmlns:a16="http://schemas.microsoft.com/office/drawing/2014/main" id="{81A4E508-C49D-5E44-DD98-9EF83EC65589}"/>
                </a:ext>
              </a:extLst>
            </p:cNvPr>
            <p:cNvSpPr/>
            <p:nvPr/>
          </p:nvSpPr>
          <p:spPr>
            <a:xfrm>
              <a:off x="8371453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36" name="Oval 935">
              <a:extLst>
                <a:ext uri="{FF2B5EF4-FFF2-40B4-BE49-F238E27FC236}">
                  <a16:creationId xmlns:a16="http://schemas.microsoft.com/office/drawing/2014/main" id="{A0251390-A3BB-8D25-E15D-60A0BCBE92AC}"/>
                </a:ext>
              </a:extLst>
            </p:cNvPr>
            <p:cNvSpPr/>
            <p:nvPr/>
          </p:nvSpPr>
          <p:spPr>
            <a:xfrm>
              <a:off x="8543801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28" name="Oval 927">
              <a:extLst>
                <a:ext uri="{FF2B5EF4-FFF2-40B4-BE49-F238E27FC236}">
                  <a16:creationId xmlns:a16="http://schemas.microsoft.com/office/drawing/2014/main" id="{9DF56DA7-8EC6-F41A-F005-8ABE7D6F1A85}"/>
                </a:ext>
              </a:extLst>
            </p:cNvPr>
            <p:cNvSpPr/>
            <p:nvPr/>
          </p:nvSpPr>
          <p:spPr>
            <a:xfrm>
              <a:off x="8716150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22" name="Oval 921">
              <a:extLst>
                <a:ext uri="{FF2B5EF4-FFF2-40B4-BE49-F238E27FC236}">
                  <a16:creationId xmlns:a16="http://schemas.microsoft.com/office/drawing/2014/main" id="{3B460E20-7A03-028C-66D1-C81457D46437}"/>
                </a:ext>
              </a:extLst>
            </p:cNvPr>
            <p:cNvSpPr/>
            <p:nvPr/>
          </p:nvSpPr>
          <p:spPr>
            <a:xfrm>
              <a:off x="8837662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0" name="Oval 909">
              <a:extLst>
                <a:ext uri="{FF2B5EF4-FFF2-40B4-BE49-F238E27FC236}">
                  <a16:creationId xmlns:a16="http://schemas.microsoft.com/office/drawing/2014/main" id="{5CD8E700-92C1-E4EF-022D-013EEE67525D}"/>
                </a:ext>
              </a:extLst>
            </p:cNvPr>
            <p:cNvSpPr/>
            <p:nvPr/>
          </p:nvSpPr>
          <p:spPr>
            <a:xfrm>
              <a:off x="9111683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1" name="Oval 910">
              <a:extLst>
                <a:ext uri="{FF2B5EF4-FFF2-40B4-BE49-F238E27FC236}">
                  <a16:creationId xmlns:a16="http://schemas.microsoft.com/office/drawing/2014/main" id="{259CB24F-2CF0-22DF-4CA4-A6B4F1B4F7A7}"/>
                </a:ext>
              </a:extLst>
            </p:cNvPr>
            <p:cNvSpPr/>
            <p:nvPr/>
          </p:nvSpPr>
          <p:spPr>
            <a:xfrm>
              <a:off x="9086265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2" name="Oval 911">
              <a:extLst>
                <a:ext uri="{FF2B5EF4-FFF2-40B4-BE49-F238E27FC236}">
                  <a16:creationId xmlns:a16="http://schemas.microsoft.com/office/drawing/2014/main" id="{535C5A11-4195-437B-4C4A-CA28B36FEE1C}"/>
                </a:ext>
              </a:extLst>
            </p:cNvPr>
            <p:cNvSpPr/>
            <p:nvPr/>
          </p:nvSpPr>
          <p:spPr>
            <a:xfrm>
              <a:off x="906084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FBCE80FC-F3FD-F5F2-FB74-881E422B2049}"/>
                </a:ext>
              </a:extLst>
            </p:cNvPr>
            <p:cNvSpPr/>
            <p:nvPr/>
          </p:nvSpPr>
          <p:spPr>
            <a:xfrm>
              <a:off x="9035428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4" name="Oval 913">
              <a:extLst>
                <a:ext uri="{FF2B5EF4-FFF2-40B4-BE49-F238E27FC236}">
                  <a16:creationId xmlns:a16="http://schemas.microsoft.com/office/drawing/2014/main" id="{6990B3E6-3A54-82FB-FA85-C974B23BE75E}"/>
                </a:ext>
              </a:extLst>
            </p:cNvPr>
            <p:cNvSpPr/>
            <p:nvPr/>
          </p:nvSpPr>
          <p:spPr>
            <a:xfrm>
              <a:off x="901000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5" name="Oval 914">
              <a:extLst>
                <a:ext uri="{FF2B5EF4-FFF2-40B4-BE49-F238E27FC236}">
                  <a16:creationId xmlns:a16="http://schemas.microsoft.com/office/drawing/2014/main" id="{55CE68F0-E951-BB54-028D-C73F6CE12BB1}"/>
                </a:ext>
              </a:extLst>
            </p:cNvPr>
            <p:cNvSpPr/>
            <p:nvPr/>
          </p:nvSpPr>
          <p:spPr>
            <a:xfrm>
              <a:off x="8984591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6" name="Oval 915">
              <a:extLst>
                <a:ext uri="{FF2B5EF4-FFF2-40B4-BE49-F238E27FC236}">
                  <a16:creationId xmlns:a16="http://schemas.microsoft.com/office/drawing/2014/main" id="{487AD4CD-36F0-12BA-9AFE-45CEFF40DEFF}"/>
                </a:ext>
              </a:extLst>
            </p:cNvPr>
            <p:cNvSpPr/>
            <p:nvPr/>
          </p:nvSpPr>
          <p:spPr>
            <a:xfrm>
              <a:off x="8959173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BCCD20F-1E41-DDFE-E71A-38742603D882}"/>
              </a:ext>
            </a:extLst>
          </p:cNvPr>
          <p:cNvGrpSpPr/>
          <p:nvPr/>
        </p:nvGrpSpPr>
        <p:grpSpPr>
          <a:xfrm>
            <a:off x="9400561" y="4903259"/>
            <a:ext cx="839303" cy="965106"/>
            <a:chOff x="9400561" y="4903259"/>
            <a:chExt cx="839303" cy="965106"/>
          </a:xfrm>
        </p:grpSpPr>
        <p:sp>
          <p:nvSpPr>
            <p:cNvPr id="979" name="Oval 978">
              <a:extLst>
                <a:ext uri="{FF2B5EF4-FFF2-40B4-BE49-F238E27FC236}">
                  <a16:creationId xmlns:a16="http://schemas.microsoft.com/office/drawing/2014/main" id="{D2381EB7-61B7-BC44-6A59-C8063F648475}"/>
                </a:ext>
              </a:extLst>
            </p:cNvPr>
            <p:cNvSpPr/>
            <p:nvPr/>
          </p:nvSpPr>
          <p:spPr>
            <a:xfrm>
              <a:off x="955307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80" name="Oval 979">
              <a:extLst>
                <a:ext uri="{FF2B5EF4-FFF2-40B4-BE49-F238E27FC236}">
                  <a16:creationId xmlns:a16="http://schemas.microsoft.com/office/drawing/2014/main" id="{9ACE5353-B1B0-9743-DACD-271ACA1F988E}"/>
                </a:ext>
              </a:extLst>
            </p:cNvPr>
            <p:cNvSpPr/>
            <p:nvPr/>
          </p:nvSpPr>
          <p:spPr>
            <a:xfrm>
              <a:off x="9527654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84" name="Oval 983">
              <a:extLst>
                <a:ext uri="{FF2B5EF4-FFF2-40B4-BE49-F238E27FC236}">
                  <a16:creationId xmlns:a16="http://schemas.microsoft.com/office/drawing/2014/main" id="{F6C37AF5-BAD8-821A-AADD-1283A4ADBCF3}"/>
                </a:ext>
              </a:extLst>
            </p:cNvPr>
            <p:cNvSpPr/>
            <p:nvPr/>
          </p:nvSpPr>
          <p:spPr>
            <a:xfrm>
              <a:off x="942598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85" name="Oval 984">
              <a:extLst>
                <a:ext uri="{FF2B5EF4-FFF2-40B4-BE49-F238E27FC236}">
                  <a16:creationId xmlns:a16="http://schemas.microsoft.com/office/drawing/2014/main" id="{4E5ADEA2-18A0-DD6A-7A14-4B0A07E9FE79}"/>
                </a:ext>
              </a:extLst>
            </p:cNvPr>
            <p:cNvSpPr/>
            <p:nvPr/>
          </p:nvSpPr>
          <p:spPr>
            <a:xfrm>
              <a:off x="9400561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74" name="Oval 973">
              <a:extLst>
                <a:ext uri="{FF2B5EF4-FFF2-40B4-BE49-F238E27FC236}">
                  <a16:creationId xmlns:a16="http://schemas.microsoft.com/office/drawing/2014/main" id="{8A27825E-6715-1646-7EC7-18C1B8CA4CFB}"/>
                </a:ext>
              </a:extLst>
            </p:cNvPr>
            <p:cNvSpPr/>
            <p:nvPr/>
          </p:nvSpPr>
          <p:spPr>
            <a:xfrm>
              <a:off x="964916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BB192552-62C5-9BD5-CC8F-9DCA86283545}"/>
                </a:ext>
              </a:extLst>
            </p:cNvPr>
            <p:cNvSpPr/>
            <p:nvPr/>
          </p:nvSpPr>
          <p:spPr>
            <a:xfrm>
              <a:off x="959832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68" name="Oval 967">
              <a:extLst>
                <a:ext uri="{FF2B5EF4-FFF2-40B4-BE49-F238E27FC236}">
                  <a16:creationId xmlns:a16="http://schemas.microsoft.com/office/drawing/2014/main" id="{99B29A45-F85D-8CCA-DE0D-810553069F0E}"/>
                </a:ext>
              </a:extLst>
            </p:cNvPr>
            <p:cNvSpPr/>
            <p:nvPr/>
          </p:nvSpPr>
          <p:spPr>
            <a:xfrm>
              <a:off x="9770677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60" name="Oval 959">
              <a:extLst>
                <a:ext uri="{FF2B5EF4-FFF2-40B4-BE49-F238E27FC236}">
                  <a16:creationId xmlns:a16="http://schemas.microsoft.com/office/drawing/2014/main" id="{36B1AF35-01C8-A539-B39E-24DE1C973709}"/>
                </a:ext>
              </a:extLst>
            </p:cNvPr>
            <p:cNvSpPr/>
            <p:nvPr/>
          </p:nvSpPr>
          <p:spPr>
            <a:xfrm>
              <a:off x="994302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62" name="Oval 961">
              <a:extLst>
                <a:ext uri="{FF2B5EF4-FFF2-40B4-BE49-F238E27FC236}">
                  <a16:creationId xmlns:a16="http://schemas.microsoft.com/office/drawing/2014/main" id="{06784B6A-1C2B-8CD5-87B9-4A3A1F0E5A92}"/>
                </a:ext>
              </a:extLst>
            </p:cNvPr>
            <p:cNvSpPr/>
            <p:nvPr/>
          </p:nvSpPr>
          <p:spPr>
            <a:xfrm>
              <a:off x="989218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51" name="Oval 950">
              <a:extLst>
                <a:ext uri="{FF2B5EF4-FFF2-40B4-BE49-F238E27FC236}">
                  <a16:creationId xmlns:a16="http://schemas.microsoft.com/office/drawing/2014/main" id="{AC07C9A4-425C-7B92-F029-48BBBED8A7FC}"/>
                </a:ext>
              </a:extLst>
            </p:cNvPr>
            <p:cNvSpPr/>
            <p:nvPr/>
          </p:nvSpPr>
          <p:spPr>
            <a:xfrm>
              <a:off x="1014079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E87D6D91-C293-DAA7-737D-F2F3A70DA121}"/>
                </a:ext>
              </a:extLst>
            </p:cNvPr>
            <p:cNvSpPr/>
            <p:nvPr/>
          </p:nvSpPr>
          <p:spPr>
            <a:xfrm>
              <a:off x="10115374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56" name="Oval 955">
              <a:extLst>
                <a:ext uri="{FF2B5EF4-FFF2-40B4-BE49-F238E27FC236}">
                  <a16:creationId xmlns:a16="http://schemas.microsoft.com/office/drawing/2014/main" id="{09D87F68-0DF1-00C4-0026-82102C2AF49A}"/>
                </a:ext>
              </a:extLst>
            </p:cNvPr>
            <p:cNvSpPr/>
            <p:nvPr/>
          </p:nvSpPr>
          <p:spPr>
            <a:xfrm>
              <a:off x="1001370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57" name="Oval 956">
              <a:extLst>
                <a:ext uri="{FF2B5EF4-FFF2-40B4-BE49-F238E27FC236}">
                  <a16:creationId xmlns:a16="http://schemas.microsoft.com/office/drawing/2014/main" id="{61D3D006-B08F-88C9-8C17-F9850D2982AB}"/>
                </a:ext>
              </a:extLst>
            </p:cNvPr>
            <p:cNvSpPr/>
            <p:nvPr/>
          </p:nvSpPr>
          <p:spPr>
            <a:xfrm>
              <a:off x="9988282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1812C1A-1666-CB41-0263-197840D54533}"/>
              </a:ext>
            </a:extLst>
          </p:cNvPr>
          <p:cNvGrpSpPr/>
          <p:nvPr/>
        </p:nvGrpSpPr>
        <p:grpSpPr>
          <a:xfrm>
            <a:off x="10531344" y="4903259"/>
            <a:ext cx="737629" cy="965106"/>
            <a:chOff x="10531344" y="4903259"/>
            <a:chExt cx="737629" cy="965106"/>
          </a:xfrm>
        </p:grpSpPr>
        <p:sp>
          <p:nvSpPr>
            <p:cNvPr id="1020" name="Oval 1019">
              <a:extLst>
                <a:ext uri="{FF2B5EF4-FFF2-40B4-BE49-F238E27FC236}">
                  <a16:creationId xmlns:a16="http://schemas.microsoft.com/office/drawing/2014/main" id="{B7109458-C760-6BDA-EE83-376707979D6D}"/>
                </a:ext>
              </a:extLst>
            </p:cNvPr>
            <p:cNvSpPr/>
            <p:nvPr/>
          </p:nvSpPr>
          <p:spPr>
            <a:xfrm>
              <a:off x="1058218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21" name="Oval 1020">
              <a:extLst>
                <a:ext uri="{FF2B5EF4-FFF2-40B4-BE49-F238E27FC236}">
                  <a16:creationId xmlns:a16="http://schemas.microsoft.com/office/drawing/2014/main" id="{5C8DCB72-8F67-FF9B-E314-779C3205370A}"/>
                </a:ext>
              </a:extLst>
            </p:cNvPr>
            <p:cNvSpPr/>
            <p:nvPr/>
          </p:nvSpPr>
          <p:spPr>
            <a:xfrm>
              <a:off x="1055676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22" name="Oval 1021">
              <a:extLst>
                <a:ext uri="{FF2B5EF4-FFF2-40B4-BE49-F238E27FC236}">
                  <a16:creationId xmlns:a16="http://schemas.microsoft.com/office/drawing/2014/main" id="{0B393D17-09DA-E501-0E1B-C677694C306F}"/>
                </a:ext>
              </a:extLst>
            </p:cNvPr>
            <p:cNvSpPr/>
            <p:nvPr/>
          </p:nvSpPr>
          <p:spPr>
            <a:xfrm>
              <a:off x="1053134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16" name="Oval 1015">
              <a:extLst>
                <a:ext uri="{FF2B5EF4-FFF2-40B4-BE49-F238E27FC236}">
                  <a16:creationId xmlns:a16="http://schemas.microsoft.com/office/drawing/2014/main" id="{9EB84221-9B5F-2591-AE55-9F170C425FE7}"/>
                </a:ext>
              </a:extLst>
            </p:cNvPr>
            <p:cNvSpPr/>
            <p:nvPr/>
          </p:nvSpPr>
          <p:spPr>
            <a:xfrm>
              <a:off x="1065285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10" name="Oval 1009">
              <a:extLst>
                <a:ext uri="{FF2B5EF4-FFF2-40B4-BE49-F238E27FC236}">
                  <a16:creationId xmlns:a16="http://schemas.microsoft.com/office/drawing/2014/main" id="{865FF475-E98A-2A0C-6466-9E2F45A8476B}"/>
                </a:ext>
              </a:extLst>
            </p:cNvPr>
            <p:cNvSpPr/>
            <p:nvPr/>
          </p:nvSpPr>
          <p:spPr>
            <a:xfrm>
              <a:off x="10774368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11" name="Oval 1010">
              <a:extLst>
                <a:ext uri="{FF2B5EF4-FFF2-40B4-BE49-F238E27FC236}">
                  <a16:creationId xmlns:a16="http://schemas.microsoft.com/office/drawing/2014/main" id="{EA848C32-8A52-E715-E2AA-A53C707030C6}"/>
                </a:ext>
              </a:extLst>
            </p:cNvPr>
            <p:cNvSpPr/>
            <p:nvPr/>
          </p:nvSpPr>
          <p:spPr>
            <a:xfrm>
              <a:off x="1074895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12" name="Oval 1011">
              <a:extLst>
                <a:ext uri="{FF2B5EF4-FFF2-40B4-BE49-F238E27FC236}">
                  <a16:creationId xmlns:a16="http://schemas.microsoft.com/office/drawing/2014/main" id="{61E9FA95-9401-EEFF-BBEB-0EDE82B4A282}"/>
                </a:ext>
              </a:extLst>
            </p:cNvPr>
            <p:cNvSpPr/>
            <p:nvPr/>
          </p:nvSpPr>
          <p:spPr>
            <a:xfrm>
              <a:off x="10723531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02" name="Oval 1001">
              <a:extLst>
                <a:ext uri="{FF2B5EF4-FFF2-40B4-BE49-F238E27FC236}">
                  <a16:creationId xmlns:a16="http://schemas.microsoft.com/office/drawing/2014/main" id="{24857E07-3344-0BEF-F58C-D8A95A94D592}"/>
                </a:ext>
              </a:extLst>
            </p:cNvPr>
            <p:cNvSpPr/>
            <p:nvPr/>
          </p:nvSpPr>
          <p:spPr>
            <a:xfrm>
              <a:off x="10946717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A281C91B-4172-B07B-4430-889F7C7F6B92}"/>
                </a:ext>
              </a:extLst>
            </p:cNvPr>
            <p:cNvSpPr/>
            <p:nvPr/>
          </p:nvSpPr>
          <p:spPr>
            <a:xfrm>
              <a:off x="1116990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93" name="Oval 992">
              <a:extLst>
                <a:ext uri="{FF2B5EF4-FFF2-40B4-BE49-F238E27FC236}">
                  <a16:creationId xmlns:a16="http://schemas.microsoft.com/office/drawing/2014/main" id="{086A07A3-E0EC-9650-83B5-671F80E0D46D}"/>
                </a:ext>
              </a:extLst>
            </p:cNvPr>
            <p:cNvSpPr/>
            <p:nvPr/>
          </p:nvSpPr>
          <p:spPr>
            <a:xfrm>
              <a:off x="1114448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94" name="Oval 993">
              <a:extLst>
                <a:ext uri="{FF2B5EF4-FFF2-40B4-BE49-F238E27FC236}">
                  <a16:creationId xmlns:a16="http://schemas.microsoft.com/office/drawing/2014/main" id="{E36D4239-5E73-2FEE-340A-B5663CB15A94}"/>
                </a:ext>
              </a:extLst>
            </p:cNvPr>
            <p:cNvSpPr/>
            <p:nvPr/>
          </p:nvSpPr>
          <p:spPr>
            <a:xfrm>
              <a:off x="1111906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397C275-7B7D-5F04-0B7B-905F52FDE833}"/>
              </a:ext>
            </a:extLst>
          </p:cNvPr>
          <p:cNvGrpSpPr/>
          <p:nvPr/>
        </p:nvGrpSpPr>
        <p:grpSpPr>
          <a:xfrm>
            <a:off x="11458779" y="4903259"/>
            <a:ext cx="839303" cy="965106"/>
            <a:chOff x="11458779" y="4903259"/>
            <a:chExt cx="839303" cy="965106"/>
          </a:xfrm>
        </p:grpSpPr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id="{98952400-FAFA-8BB9-B63F-884DBEAB23E2}"/>
                </a:ext>
              </a:extLst>
            </p:cNvPr>
            <p:cNvSpPr/>
            <p:nvPr/>
          </p:nvSpPr>
          <p:spPr>
            <a:xfrm>
              <a:off x="1161129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07" name="Oval 1106">
              <a:extLst>
                <a:ext uri="{FF2B5EF4-FFF2-40B4-BE49-F238E27FC236}">
                  <a16:creationId xmlns:a16="http://schemas.microsoft.com/office/drawing/2014/main" id="{FA8E174E-A491-A023-09EC-0E27769423F5}"/>
                </a:ext>
              </a:extLst>
            </p:cNvPr>
            <p:cNvSpPr/>
            <p:nvPr/>
          </p:nvSpPr>
          <p:spPr>
            <a:xfrm>
              <a:off x="11484198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08" name="Oval 1107">
              <a:extLst>
                <a:ext uri="{FF2B5EF4-FFF2-40B4-BE49-F238E27FC236}">
                  <a16:creationId xmlns:a16="http://schemas.microsoft.com/office/drawing/2014/main" id="{9A3D8257-BB1E-FD70-07D8-78EAAFACBF5E}"/>
                </a:ext>
              </a:extLst>
            </p:cNvPr>
            <p:cNvSpPr/>
            <p:nvPr/>
          </p:nvSpPr>
          <p:spPr>
            <a:xfrm>
              <a:off x="1145877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7BAB9F43-B48A-4197-9DF4-8B83BACACEE0}"/>
                </a:ext>
              </a:extLst>
            </p:cNvPr>
            <p:cNvSpPr/>
            <p:nvPr/>
          </p:nvSpPr>
          <p:spPr>
            <a:xfrm>
              <a:off x="1175822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99" name="Oval 1098">
              <a:extLst>
                <a:ext uri="{FF2B5EF4-FFF2-40B4-BE49-F238E27FC236}">
                  <a16:creationId xmlns:a16="http://schemas.microsoft.com/office/drawing/2014/main" id="{37FF9E37-5BFF-4768-A470-EFDC19843439}"/>
                </a:ext>
              </a:extLst>
            </p:cNvPr>
            <p:cNvSpPr/>
            <p:nvPr/>
          </p:nvSpPr>
          <p:spPr>
            <a:xfrm>
              <a:off x="11656547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91B6BA4C-9FD8-3545-85EA-B6E5F4D9DDDB}"/>
                </a:ext>
              </a:extLst>
            </p:cNvPr>
            <p:cNvSpPr/>
            <p:nvPr/>
          </p:nvSpPr>
          <p:spPr>
            <a:xfrm>
              <a:off x="1160571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88" name="Oval 1087">
              <a:extLst>
                <a:ext uri="{FF2B5EF4-FFF2-40B4-BE49-F238E27FC236}">
                  <a16:creationId xmlns:a16="http://schemas.microsoft.com/office/drawing/2014/main" id="{5FD9F5C3-CE80-46EC-D498-46A586171269}"/>
                </a:ext>
              </a:extLst>
            </p:cNvPr>
            <p:cNvSpPr/>
            <p:nvPr/>
          </p:nvSpPr>
          <p:spPr>
            <a:xfrm>
              <a:off x="1190515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A367643F-7C08-41FD-1D74-FE91C12191A4}"/>
                </a:ext>
              </a:extLst>
            </p:cNvPr>
            <p:cNvSpPr/>
            <p:nvPr/>
          </p:nvSpPr>
          <p:spPr>
            <a:xfrm>
              <a:off x="11828895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94" name="Oval 1093">
              <a:extLst>
                <a:ext uri="{FF2B5EF4-FFF2-40B4-BE49-F238E27FC236}">
                  <a16:creationId xmlns:a16="http://schemas.microsoft.com/office/drawing/2014/main" id="{EC935A01-DB2F-7A98-E0CC-A14A04CD0F7A}"/>
                </a:ext>
              </a:extLst>
            </p:cNvPr>
            <p:cNvSpPr/>
            <p:nvPr/>
          </p:nvSpPr>
          <p:spPr>
            <a:xfrm>
              <a:off x="1175264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81" name="Oval 1080">
              <a:extLst>
                <a:ext uri="{FF2B5EF4-FFF2-40B4-BE49-F238E27FC236}">
                  <a16:creationId xmlns:a16="http://schemas.microsoft.com/office/drawing/2014/main" id="{D3EEE053-8FA8-CEFF-8F9E-7084DE46D05E}"/>
                </a:ext>
              </a:extLst>
            </p:cNvPr>
            <p:cNvSpPr/>
            <p:nvPr/>
          </p:nvSpPr>
          <p:spPr>
            <a:xfrm>
              <a:off x="1205208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83" name="Oval 1082">
              <a:extLst>
                <a:ext uri="{FF2B5EF4-FFF2-40B4-BE49-F238E27FC236}">
                  <a16:creationId xmlns:a16="http://schemas.microsoft.com/office/drawing/2014/main" id="{4AC16657-D9A5-79DD-A055-366860362B75}"/>
                </a:ext>
              </a:extLst>
            </p:cNvPr>
            <p:cNvSpPr/>
            <p:nvPr/>
          </p:nvSpPr>
          <p:spPr>
            <a:xfrm>
              <a:off x="1200124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87" name="Oval 1086">
              <a:extLst>
                <a:ext uri="{FF2B5EF4-FFF2-40B4-BE49-F238E27FC236}">
                  <a16:creationId xmlns:a16="http://schemas.microsoft.com/office/drawing/2014/main" id="{ECB2A8F1-AFAC-A5F2-741F-D950F08D701C}"/>
                </a:ext>
              </a:extLst>
            </p:cNvPr>
            <p:cNvSpPr/>
            <p:nvPr/>
          </p:nvSpPr>
          <p:spPr>
            <a:xfrm>
              <a:off x="1189957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7C244E60-C9C2-6DDB-6364-8BF72CCD7A00}"/>
                </a:ext>
              </a:extLst>
            </p:cNvPr>
            <p:cNvSpPr/>
            <p:nvPr/>
          </p:nvSpPr>
          <p:spPr>
            <a:xfrm>
              <a:off x="1219901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75" name="Oval 1074">
              <a:extLst>
                <a:ext uri="{FF2B5EF4-FFF2-40B4-BE49-F238E27FC236}">
                  <a16:creationId xmlns:a16="http://schemas.microsoft.com/office/drawing/2014/main" id="{A130D9FE-1E00-111E-9C9F-DEACA24D728A}"/>
                </a:ext>
              </a:extLst>
            </p:cNvPr>
            <p:cNvSpPr/>
            <p:nvPr/>
          </p:nvSpPr>
          <p:spPr>
            <a:xfrm>
              <a:off x="12173592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47C8DF70-3A8C-7335-F8D8-01E882952E0E}"/>
                </a:ext>
              </a:extLst>
            </p:cNvPr>
            <p:cNvSpPr/>
            <p:nvPr/>
          </p:nvSpPr>
          <p:spPr>
            <a:xfrm>
              <a:off x="1204649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FAAFC6-CCD3-5E17-5761-E1FC19EAF2A9}"/>
              </a:ext>
            </a:extLst>
          </p:cNvPr>
          <p:cNvGrpSpPr/>
          <p:nvPr/>
        </p:nvGrpSpPr>
        <p:grpSpPr>
          <a:xfrm>
            <a:off x="-890528" y="4903259"/>
            <a:ext cx="839303" cy="965106"/>
            <a:chOff x="-890528" y="4903259"/>
            <a:chExt cx="839303" cy="965106"/>
          </a:xfrm>
        </p:grpSpPr>
        <p:sp>
          <p:nvSpPr>
            <p:cNvPr id="1143" name="Oval 1142">
              <a:extLst>
                <a:ext uri="{FF2B5EF4-FFF2-40B4-BE49-F238E27FC236}">
                  <a16:creationId xmlns:a16="http://schemas.microsoft.com/office/drawing/2014/main" id="{8522C73E-F9EA-D31E-2736-54D405E034D0}"/>
                </a:ext>
              </a:extLst>
            </p:cNvPr>
            <p:cNvSpPr/>
            <p:nvPr/>
          </p:nvSpPr>
          <p:spPr>
            <a:xfrm>
              <a:off x="-73801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4" name="Oval 1143">
              <a:extLst>
                <a:ext uri="{FF2B5EF4-FFF2-40B4-BE49-F238E27FC236}">
                  <a16:creationId xmlns:a16="http://schemas.microsoft.com/office/drawing/2014/main" id="{2CF8BCA8-76CA-469A-6664-7FCC15C66890}"/>
                </a:ext>
              </a:extLst>
            </p:cNvPr>
            <p:cNvSpPr/>
            <p:nvPr/>
          </p:nvSpPr>
          <p:spPr>
            <a:xfrm>
              <a:off x="-76343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5" name="Oval 1144">
              <a:extLst>
                <a:ext uri="{FF2B5EF4-FFF2-40B4-BE49-F238E27FC236}">
                  <a16:creationId xmlns:a16="http://schemas.microsoft.com/office/drawing/2014/main" id="{7310EF77-4E12-A9AD-058B-79AD0C7C0ECC}"/>
                </a:ext>
              </a:extLst>
            </p:cNvPr>
            <p:cNvSpPr/>
            <p:nvPr/>
          </p:nvSpPr>
          <p:spPr>
            <a:xfrm>
              <a:off x="-78885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6" name="Oval 1145">
              <a:extLst>
                <a:ext uri="{FF2B5EF4-FFF2-40B4-BE49-F238E27FC236}">
                  <a16:creationId xmlns:a16="http://schemas.microsoft.com/office/drawing/2014/main" id="{BE03F159-14A9-9684-2A82-1C0861591A2F}"/>
                </a:ext>
              </a:extLst>
            </p:cNvPr>
            <p:cNvSpPr/>
            <p:nvPr/>
          </p:nvSpPr>
          <p:spPr>
            <a:xfrm>
              <a:off x="-81427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7" name="Oval 1146">
              <a:extLst>
                <a:ext uri="{FF2B5EF4-FFF2-40B4-BE49-F238E27FC236}">
                  <a16:creationId xmlns:a16="http://schemas.microsoft.com/office/drawing/2014/main" id="{AD40FD2A-37DA-4DEF-A7F1-EEE5BF1DE135}"/>
                </a:ext>
              </a:extLst>
            </p:cNvPr>
            <p:cNvSpPr/>
            <p:nvPr/>
          </p:nvSpPr>
          <p:spPr>
            <a:xfrm>
              <a:off x="-839691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8" name="Oval 1147">
              <a:extLst>
                <a:ext uri="{FF2B5EF4-FFF2-40B4-BE49-F238E27FC236}">
                  <a16:creationId xmlns:a16="http://schemas.microsoft.com/office/drawing/2014/main" id="{313BD71C-D688-86AF-4F22-9BEC52B048EF}"/>
                </a:ext>
              </a:extLst>
            </p:cNvPr>
            <p:cNvSpPr/>
            <p:nvPr/>
          </p:nvSpPr>
          <p:spPr>
            <a:xfrm>
              <a:off x="-86511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9" name="Oval 1148">
              <a:extLst>
                <a:ext uri="{FF2B5EF4-FFF2-40B4-BE49-F238E27FC236}">
                  <a16:creationId xmlns:a16="http://schemas.microsoft.com/office/drawing/2014/main" id="{CC1B3221-FCFF-D351-78C3-6DDCC38EED9F}"/>
                </a:ext>
              </a:extLst>
            </p:cNvPr>
            <p:cNvSpPr/>
            <p:nvPr/>
          </p:nvSpPr>
          <p:spPr>
            <a:xfrm>
              <a:off x="-89052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38" name="Oval 1137">
              <a:extLst>
                <a:ext uri="{FF2B5EF4-FFF2-40B4-BE49-F238E27FC236}">
                  <a16:creationId xmlns:a16="http://schemas.microsoft.com/office/drawing/2014/main" id="{74039511-E45B-36BE-177D-6257182321DD}"/>
                </a:ext>
              </a:extLst>
            </p:cNvPr>
            <p:cNvSpPr/>
            <p:nvPr/>
          </p:nvSpPr>
          <p:spPr>
            <a:xfrm>
              <a:off x="-64192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32" name="Oval 1131">
              <a:extLst>
                <a:ext uri="{FF2B5EF4-FFF2-40B4-BE49-F238E27FC236}">
                  <a16:creationId xmlns:a16="http://schemas.microsoft.com/office/drawing/2014/main" id="{C78E8E50-2E2E-562B-F8E6-33690EAFDB77}"/>
                </a:ext>
              </a:extLst>
            </p:cNvPr>
            <p:cNvSpPr/>
            <p:nvPr/>
          </p:nvSpPr>
          <p:spPr>
            <a:xfrm>
              <a:off x="-520412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26" name="Oval 1125">
              <a:extLst>
                <a:ext uri="{FF2B5EF4-FFF2-40B4-BE49-F238E27FC236}">
                  <a16:creationId xmlns:a16="http://schemas.microsoft.com/office/drawing/2014/main" id="{AF97660E-4490-8455-7468-30F829B50DCA}"/>
                </a:ext>
              </a:extLst>
            </p:cNvPr>
            <p:cNvSpPr/>
            <p:nvPr/>
          </p:nvSpPr>
          <p:spPr>
            <a:xfrm>
              <a:off x="-398900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15" name="Oval 1114">
              <a:extLst>
                <a:ext uri="{FF2B5EF4-FFF2-40B4-BE49-F238E27FC236}">
                  <a16:creationId xmlns:a16="http://schemas.microsoft.com/office/drawing/2014/main" id="{37C36C35-B9E2-BFAF-024C-FFEEE3AD6ADE}"/>
                </a:ext>
              </a:extLst>
            </p:cNvPr>
            <p:cNvSpPr/>
            <p:nvPr/>
          </p:nvSpPr>
          <p:spPr>
            <a:xfrm>
              <a:off x="-15029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16" name="Oval 1115">
              <a:extLst>
                <a:ext uri="{FF2B5EF4-FFF2-40B4-BE49-F238E27FC236}">
                  <a16:creationId xmlns:a16="http://schemas.microsoft.com/office/drawing/2014/main" id="{07D4B8E0-40B2-3917-96E9-A6D6094CCE91}"/>
                </a:ext>
              </a:extLst>
            </p:cNvPr>
            <p:cNvSpPr/>
            <p:nvPr/>
          </p:nvSpPr>
          <p:spPr>
            <a:xfrm>
              <a:off x="-17571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17" name="Oval 1116">
              <a:extLst>
                <a:ext uri="{FF2B5EF4-FFF2-40B4-BE49-F238E27FC236}">
                  <a16:creationId xmlns:a16="http://schemas.microsoft.com/office/drawing/2014/main" id="{16AD6B88-5846-2950-CD4C-B829986C05D4}"/>
                </a:ext>
              </a:extLst>
            </p:cNvPr>
            <p:cNvSpPr/>
            <p:nvPr/>
          </p:nvSpPr>
          <p:spPr>
            <a:xfrm>
              <a:off x="-20113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18" name="Oval 1117">
              <a:extLst>
                <a:ext uri="{FF2B5EF4-FFF2-40B4-BE49-F238E27FC236}">
                  <a16:creationId xmlns:a16="http://schemas.microsoft.com/office/drawing/2014/main" id="{D8FAA49D-73F1-C756-6339-83C87ABB35D1}"/>
                </a:ext>
              </a:extLst>
            </p:cNvPr>
            <p:cNvSpPr/>
            <p:nvPr/>
          </p:nvSpPr>
          <p:spPr>
            <a:xfrm>
              <a:off x="-22655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19" name="Oval 1118">
              <a:extLst>
                <a:ext uri="{FF2B5EF4-FFF2-40B4-BE49-F238E27FC236}">
                  <a16:creationId xmlns:a16="http://schemas.microsoft.com/office/drawing/2014/main" id="{95361E3C-85DE-FA90-99F0-F08FF4F90FDC}"/>
                </a:ext>
              </a:extLst>
            </p:cNvPr>
            <p:cNvSpPr/>
            <p:nvPr/>
          </p:nvSpPr>
          <p:spPr>
            <a:xfrm>
              <a:off x="-251971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20" name="Oval 1119">
              <a:extLst>
                <a:ext uri="{FF2B5EF4-FFF2-40B4-BE49-F238E27FC236}">
                  <a16:creationId xmlns:a16="http://schemas.microsoft.com/office/drawing/2014/main" id="{AF0BFDBF-7B50-B920-98A6-191A4FE35492}"/>
                </a:ext>
              </a:extLst>
            </p:cNvPr>
            <p:cNvSpPr/>
            <p:nvPr/>
          </p:nvSpPr>
          <p:spPr>
            <a:xfrm>
              <a:off x="-27739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21" name="Oval 1120">
              <a:extLst>
                <a:ext uri="{FF2B5EF4-FFF2-40B4-BE49-F238E27FC236}">
                  <a16:creationId xmlns:a16="http://schemas.microsoft.com/office/drawing/2014/main" id="{AB64482C-423E-88A7-963C-D48448CD3D4E}"/>
                </a:ext>
              </a:extLst>
            </p:cNvPr>
            <p:cNvSpPr/>
            <p:nvPr/>
          </p:nvSpPr>
          <p:spPr>
            <a:xfrm>
              <a:off x="-30280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0700478-1F4D-D449-28C8-D5B3F9035377}"/>
              </a:ext>
            </a:extLst>
          </p:cNvPr>
          <p:cNvGrpSpPr/>
          <p:nvPr/>
        </p:nvGrpSpPr>
        <p:grpSpPr>
          <a:xfrm>
            <a:off x="289319" y="3634307"/>
            <a:ext cx="813884" cy="965106"/>
            <a:chOff x="289319" y="3634307"/>
            <a:chExt cx="813884" cy="965106"/>
          </a:xfrm>
        </p:grpSpPr>
        <p:sp>
          <p:nvSpPr>
            <p:cNvPr id="1184" name="Oval 1183">
              <a:extLst>
                <a:ext uri="{FF2B5EF4-FFF2-40B4-BE49-F238E27FC236}">
                  <a16:creationId xmlns:a16="http://schemas.microsoft.com/office/drawing/2014/main" id="{9BAC032A-7D3C-E7BB-3A1C-7C35B93D5965}"/>
                </a:ext>
              </a:extLst>
            </p:cNvPr>
            <p:cNvSpPr/>
            <p:nvPr/>
          </p:nvSpPr>
          <p:spPr>
            <a:xfrm>
              <a:off x="44183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5" name="Oval 1184">
              <a:extLst>
                <a:ext uri="{FF2B5EF4-FFF2-40B4-BE49-F238E27FC236}">
                  <a16:creationId xmlns:a16="http://schemas.microsoft.com/office/drawing/2014/main" id="{79052CC9-A820-C26C-4B52-7ECEB959ADF4}"/>
                </a:ext>
              </a:extLst>
            </p:cNvPr>
            <p:cNvSpPr/>
            <p:nvPr/>
          </p:nvSpPr>
          <p:spPr>
            <a:xfrm>
              <a:off x="41641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6" name="Oval 1185">
              <a:extLst>
                <a:ext uri="{FF2B5EF4-FFF2-40B4-BE49-F238E27FC236}">
                  <a16:creationId xmlns:a16="http://schemas.microsoft.com/office/drawing/2014/main" id="{BBBBEA87-9C52-2B83-0CE7-7E33BA3D9D7F}"/>
                </a:ext>
              </a:extLst>
            </p:cNvPr>
            <p:cNvSpPr/>
            <p:nvPr/>
          </p:nvSpPr>
          <p:spPr>
            <a:xfrm>
              <a:off x="390993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7" name="Oval 1186">
              <a:extLst>
                <a:ext uri="{FF2B5EF4-FFF2-40B4-BE49-F238E27FC236}">
                  <a16:creationId xmlns:a16="http://schemas.microsoft.com/office/drawing/2014/main" id="{928B556C-081D-7BE8-DA69-582D12F4EE5F}"/>
                </a:ext>
              </a:extLst>
            </p:cNvPr>
            <p:cNvSpPr/>
            <p:nvPr/>
          </p:nvSpPr>
          <p:spPr>
            <a:xfrm>
              <a:off x="365574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8" name="Oval 1187">
              <a:extLst>
                <a:ext uri="{FF2B5EF4-FFF2-40B4-BE49-F238E27FC236}">
                  <a16:creationId xmlns:a16="http://schemas.microsoft.com/office/drawing/2014/main" id="{8A50BEC7-3F0F-1811-EBF6-A53D22BFDC24}"/>
                </a:ext>
              </a:extLst>
            </p:cNvPr>
            <p:cNvSpPr/>
            <p:nvPr/>
          </p:nvSpPr>
          <p:spPr>
            <a:xfrm>
              <a:off x="340156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9" name="Oval 1188">
              <a:extLst>
                <a:ext uri="{FF2B5EF4-FFF2-40B4-BE49-F238E27FC236}">
                  <a16:creationId xmlns:a16="http://schemas.microsoft.com/office/drawing/2014/main" id="{0B2D855A-1A68-B2A1-7243-BD2BFD93507E}"/>
                </a:ext>
              </a:extLst>
            </p:cNvPr>
            <p:cNvSpPr/>
            <p:nvPr/>
          </p:nvSpPr>
          <p:spPr>
            <a:xfrm>
              <a:off x="314737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90" name="Oval 1189">
              <a:extLst>
                <a:ext uri="{FF2B5EF4-FFF2-40B4-BE49-F238E27FC236}">
                  <a16:creationId xmlns:a16="http://schemas.microsoft.com/office/drawing/2014/main" id="{BCBF0A66-F19B-9DF1-3FED-C3B3FA5D0531}"/>
                </a:ext>
              </a:extLst>
            </p:cNvPr>
            <p:cNvSpPr/>
            <p:nvPr/>
          </p:nvSpPr>
          <p:spPr>
            <a:xfrm>
              <a:off x="28931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77" name="Oval 1176">
              <a:extLst>
                <a:ext uri="{FF2B5EF4-FFF2-40B4-BE49-F238E27FC236}">
                  <a16:creationId xmlns:a16="http://schemas.microsoft.com/office/drawing/2014/main" id="{5F7A36E4-8CDD-1239-D59F-D0C42F477BC4}"/>
                </a:ext>
              </a:extLst>
            </p:cNvPr>
            <p:cNvSpPr/>
            <p:nvPr/>
          </p:nvSpPr>
          <p:spPr>
            <a:xfrm>
              <a:off x="58876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0" name="Oval 1179">
              <a:extLst>
                <a:ext uri="{FF2B5EF4-FFF2-40B4-BE49-F238E27FC236}">
                  <a16:creationId xmlns:a16="http://schemas.microsoft.com/office/drawing/2014/main" id="{79D27E9E-A3A9-1DFF-E3C1-061A17C66D0A}"/>
                </a:ext>
              </a:extLst>
            </p:cNvPr>
            <p:cNvSpPr/>
            <p:nvPr/>
          </p:nvSpPr>
          <p:spPr>
            <a:xfrm>
              <a:off x="51250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3" name="Oval 1182">
              <a:extLst>
                <a:ext uri="{FF2B5EF4-FFF2-40B4-BE49-F238E27FC236}">
                  <a16:creationId xmlns:a16="http://schemas.microsoft.com/office/drawing/2014/main" id="{E3F2EAB8-23B0-537F-29EF-E89285B1EDD5}"/>
                </a:ext>
              </a:extLst>
            </p:cNvPr>
            <p:cNvSpPr/>
            <p:nvPr/>
          </p:nvSpPr>
          <p:spPr>
            <a:xfrm>
              <a:off x="43624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70" name="Oval 1169">
              <a:extLst>
                <a:ext uri="{FF2B5EF4-FFF2-40B4-BE49-F238E27FC236}">
                  <a16:creationId xmlns:a16="http://schemas.microsoft.com/office/drawing/2014/main" id="{E6868050-C188-B408-4FB9-C2C1DBA6D585}"/>
                </a:ext>
              </a:extLst>
            </p:cNvPr>
            <p:cNvSpPr/>
            <p:nvPr/>
          </p:nvSpPr>
          <p:spPr>
            <a:xfrm>
              <a:off x="73569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73" name="Oval 1172">
              <a:extLst>
                <a:ext uri="{FF2B5EF4-FFF2-40B4-BE49-F238E27FC236}">
                  <a16:creationId xmlns:a16="http://schemas.microsoft.com/office/drawing/2014/main" id="{52A6A625-351A-E921-AB85-F9BCF4F6DEBD}"/>
                </a:ext>
              </a:extLst>
            </p:cNvPr>
            <p:cNvSpPr/>
            <p:nvPr/>
          </p:nvSpPr>
          <p:spPr>
            <a:xfrm>
              <a:off x="65943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76" name="Oval 1175">
              <a:extLst>
                <a:ext uri="{FF2B5EF4-FFF2-40B4-BE49-F238E27FC236}">
                  <a16:creationId xmlns:a16="http://schemas.microsoft.com/office/drawing/2014/main" id="{99F67CB3-01D5-ADA5-AC2E-97E352E1D8A3}"/>
                </a:ext>
              </a:extLst>
            </p:cNvPr>
            <p:cNvSpPr/>
            <p:nvPr/>
          </p:nvSpPr>
          <p:spPr>
            <a:xfrm>
              <a:off x="58318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63" name="Oval 1162">
              <a:extLst>
                <a:ext uri="{FF2B5EF4-FFF2-40B4-BE49-F238E27FC236}">
                  <a16:creationId xmlns:a16="http://schemas.microsoft.com/office/drawing/2014/main" id="{ECEEEDDF-9AF3-01CA-F980-B87879AA5120}"/>
                </a:ext>
              </a:extLst>
            </p:cNvPr>
            <p:cNvSpPr/>
            <p:nvPr/>
          </p:nvSpPr>
          <p:spPr>
            <a:xfrm>
              <a:off x="882621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66" name="Oval 1165">
              <a:extLst>
                <a:ext uri="{FF2B5EF4-FFF2-40B4-BE49-F238E27FC236}">
                  <a16:creationId xmlns:a16="http://schemas.microsoft.com/office/drawing/2014/main" id="{C662B1ED-0F37-BD1B-9DA9-4320959C72C0}"/>
                </a:ext>
              </a:extLst>
            </p:cNvPr>
            <p:cNvSpPr/>
            <p:nvPr/>
          </p:nvSpPr>
          <p:spPr>
            <a:xfrm>
              <a:off x="80636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69" name="Oval 1168">
              <a:extLst>
                <a:ext uri="{FF2B5EF4-FFF2-40B4-BE49-F238E27FC236}">
                  <a16:creationId xmlns:a16="http://schemas.microsoft.com/office/drawing/2014/main" id="{75692658-5969-E11C-1A9F-4651AAAAA6F0}"/>
                </a:ext>
              </a:extLst>
            </p:cNvPr>
            <p:cNvSpPr/>
            <p:nvPr/>
          </p:nvSpPr>
          <p:spPr>
            <a:xfrm>
              <a:off x="73011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57" name="Oval 1156">
              <a:extLst>
                <a:ext uri="{FF2B5EF4-FFF2-40B4-BE49-F238E27FC236}">
                  <a16:creationId xmlns:a16="http://schemas.microsoft.com/office/drawing/2014/main" id="{39944043-12F9-B350-8A27-2531A2B9133D}"/>
                </a:ext>
              </a:extLst>
            </p:cNvPr>
            <p:cNvSpPr/>
            <p:nvPr/>
          </p:nvSpPr>
          <p:spPr>
            <a:xfrm>
              <a:off x="100413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58" name="Oval 1157">
              <a:extLst>
                <a:ext uri="{FF2B5EF4-FFF2-40B4-BE49-F238E27FC236}">
                  <a16:creationId xmlns:a16="http://schemas.microsoft.com/office/drawing/2014/main" id="{137F0333-B9B7-DF9E-1C91-AD5635100361}"/>
                </a:ext>
              </a:extLst>
            </p:cNvPr>
            <p:cNvSpPr/>
            <p:nvPr/>
          </p:nvSpPr>
          <p:spPr>
            <a:xfrm>
              <a:off x="978713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60" name="Oval 1159">
              <a:extLst>
                <a:ext uri="{FF2B5EF4-FFF2-40B4-BE49-F238E27FC236}">
                  <a16:creationId xmlns:a16="http://schemas.microsoft.com/office/drawing/2014/main" id="{41DB7829-E6AC-FCD6-277F-A562B64874ED}"/>
                </a:ext>
              </a:extLst>
            </p:cNvPr>
            <p:cNvSpPr/>
            <p:nvPr/>
          </p:nvSpPr>
          <p:spPr>
            <a:xfrm>
              <a:off x="927876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61" name="Oval 1160">
              <a:extLst>
                <a:ext uri="{FF2B5EF4-FFF2-40B4-BE49-F238E27FC236}">
                  <a16:creationId xmlns:a16="http://schemas.microsoft.com/office/drawing/2014/main" id="{65F005CA-8C16-2DD4-F1E6-DAB0B1C72A32}"/>
                </a:ext>
              </a:extLst>
            </p:cNvPr>
            <p:cNvSpPr/>
            <p:nvPr/>
          </p:nvSpPr>
          <p:spPr>
            <a:xfrm>
              <a:off x="902458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63C5AD-8E32-9E62-54B5-33FF01BF8AAE}"/>
              </a:ext>
            </a:extLst>
          </p:cNvPr>
          <p:cNvGrpSpPr/>
          <p:nvPr/>
        </p:nvGrpSpPr>
        <p:grpSpPr>
          <a:xfrm>
            <a:off x="2347537" y="3634307"/>
            <a:ext cx="813884" cy="965106"/>
            <a:chOff x="2347537" y="3634307"/>
            <a:chExt cx="813884" cy="965106"/>
          </a:xfrm>
        </p:grpSpPr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FEBE9BD7-3948-C2FB-6906-A50CDF3D872C}"/>
                </a:ext>
              </a:extLst>
            </p:cNvPr>
            <p:cNvSpPr/>
            <p:nvPr/>
          </p:nvSpPr>
          <p:spPr>
            <a:xfrm>
              <a:off x="250004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67" name="Oval 1266">
              <a:extLst>
                <a:ext uri="{FF2B5EF4-FFF2-40B4-BE49-F238E27FC236}">
                  <a16:creationId xmlns:a16="http://schemas.microsoft.com/office/drawing/2014/main" id="{F8FA1E36-BE39-C0E3-2F9C-11558A640313}"/>
                </a:ext>
              </a:extLst>
            </p:cNvPr>
            <p:cNvSpPr/>
            <p:nvPr/>
          </p:nvSpPr>
          <p:spPr>
            <a:xfrm>
              <a:off x="2474629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68" name="Oval 1267">
              <a:extLst>
                <a:ext uri="{FF2B5EF4-FFF2-40B4-BE49-F238E27FC236}">
                  <a16:creationId xmlns:a16="http://schemas.microsoft.com/office/drawing/2014/main" id="{82DEA5B1-2D58-57D8-8B23-6E76D4A3DD47}"/>
                </a:ext>
              </a:extLst>
            </p:cNvPr>
            <p:cNvSpPr/>
            <p:nvPr/>
          </p:nvSpPr>
          <p:spPr>
            <a:xfrm>
              <a:off x="244921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69" name="Oval 1268">
              <a:extLst>
                <a:ext uri="{FF2B5EF4-FFF2-40B4-BE49-F238E27FC236}">
                  <a16:creationId xmlns:a16="http://schemas.microsoft.com/office/drawing/2014/main" id="{F0CA0FF2-FD32-1B83-2082-7D32DB1B4DF7}"/>
                </a:ext>
              </a:extLst>
            </p:cNvPr>
            <p:cNvSpPr/>
            <p:nvPr/>
          </p:nvSpPr>
          <p:spPr>
            <a:xfrm>
              <a:off x="242379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70" name="Oval 1269">
              <a:extLst>
                <a:ext uri="{FF2B5EF4-FFF2-40B4-BE49-F238E27FC236}">
                  <a16:creationId xmlns:a16="http://schemas.microsoft.com/office/drawing/2014/main" id="{A93C4BC6-3968-0E26-0912-55C3C98A2729}"/>
                </a:ext>
              </a:extLst>
            </p:cNvPr>
            <p:cNvSpPr/>
            <p:nvPr/>
          </p:nvSpPr>
          <p:spPr>
            <a:xfrm>
              <a:off x="239837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71" name="Oval 1270">
              <a:extLst>
                <a:ext uri="{FF2B5EF4-FFF2-40B4-BE49-F238E27FC236}">
                  <a16:creationId xmlns:a16="http://schemas.microsoft.com/office/drawing/2014/main" id="{84FC77FD-9391-9191-F02E-BC1C76295F25}"/>
                </a:ext>
              </a:extLst>
            </p:cNvPr>
            <p:cNvSpPr/>
            <p:nvPr/>
          </p:nvSpPr>
          <p:spPr>
            <a:xfrm>
              <a:off x="2372955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72" name="Oval 1271">
              <a:extLst>
                <a:ext uri="{FF2B5EF4-FFF2-40B4-BE49-F238E27FC236}">
                  <a16:creationId xmlns:a16="http://schemas.microsoft.com/office/drawing/2014/main" id="{6A2171A1-06F5-8C3F-EECC-7E4D4DA5EDD8}"/>
                </a:ext>
              </a:extLst>
            </p:cNvPr>
            <p:cNvSpPr/>
            <p:nvPr/>
          </p:nvSpPr>
          <p:spPr>
            <a:xfrm>
              <a:off x="234753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59" name="Oval 1258">
              <a:extLst>
                <a:ext uri="{FF2B5EF4-FFF2-40B4-BE49-F238E27FC236}">
                  <a16:creationId xmlns:a16="http://schemas.microsoft.com/office/drawing/2014/main" id="{290793C8-9A0F-2B1B-E35E-C3FDF3A85837}"/>
                </a:ext>
              </a:extLst>
            </p:cNvPr>
            <p:cNvSpPr/>
            <p:nvPr/>
          </p:nvSpPr>
          <p:spPr>
            <a:xfrm>
              <a:off x="264697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65" name="Oval 1264">
              <a:extLst>
                <a:ext uri="{FF2B5EF4-FFF2-40B4-BE49-F238E27FC236}">
                  <a16:creationId xmlns:a16="http://schemas.microsoft.com/office/drawing/2014/main" id="{29DD85EB-C428-A611-38E3-EDA25DD2DA2E}"/>
                </a:ext>
              </a:extLst>
            </p:cNvPr>
            <p:cNvSpPr/>
            <p:nvPr/>
          </p:nvSpPr>
          <p:spPr>
            <a:xfrm>
              <a:off x="249446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52" name="Oval 1251">
              <a:extLst>
                <a:ext uri="{FF2B5EF4-FFF2-40B4-BE49-F238E27FC236}">
                  <a16:creationId xmlns:a16="http://schemas.microsoft.com/office/drawing/2014/main" id="{7AF03E5F-77EE-6A88-2619-CF9488B5391B}"/>
                </a:ext>
              </a:extLst>
            </p:cNvPr>
            <p:cNvSpPr/>
            <p:nvPr/>
          </p:nvSpPr>
          <p:spPr>
            <a:xfrm>
              <a:off x="279390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58" name="Oval 1257">
              <a:extLst>
                <a:ext uri="{FF2B5EF4-FFF2-40B4-BE49-F238E27FC236}">
                  <a16:creationId xmlns:a16="http://schemas.microsoft.com/office/drawing/2014/main" id="{25C9E743-BA25-387C-DEA2-B893FAA2C2B9}"/>
                </a:ext>
              </a:extLst>
            </p:cNvPr>
            <p:cNvSpPr/>
            <p:nvPr/>
          </p:nvSpPr>
          <p:spPr>
            <a:xfrm>
              <a:off x="2641398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45" name="Oval 1244">
              <a:extLst>
                <a:ext uri="{FF2B5EF4-FFF2-40B4-BE49-F238E27FC236}">
                  <a16:creationId xmlns:a16="http://schemas.microsoft.com/office/drawing/2014/main" id="{DC88E318-89F6-C431-1306-F252DCF1BF5F}"/>
                </a:ext>
              </a:extLst>
            </p:cNvPr>
            <p:cNvSpPr/>
            <p:nvPr/>
          </p:nvSpPr>
          <p:spPr>
            <a:xfrm>
              <a:off x="2940839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51" name="Oval 1250">
              <a:extLst>
                <a:ext uri="{FF2B5EF4-FFF2-40B4-BE49-F238E27FC236}">
                  <a16:creationId xmlns:a16="http://schemas.microsoft.com/office/drawing/2014/main" id="{DAD7DF29-98FC-C7C2-7B91-E448622DA1C9}"/>
                </a:ext>
              </a:extLst>
            </p:cNvPr>
            <p:cNvSpPr/>
            <p:nvPr/>
          </p:nvSpPr>
          <p:spPr>
            <a:xfrm>
              <a:off x="2788328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39" name="Oval 1238">
              <a:extLst>
                <a:ext uri="{FF2B5EF4-FFF2-40B4-BE49-F238E27FC236}">
                  <a16:creationId xmlns:a16="http://schemas.microsoft.com/office/drawing/2014/main" id="{7CA0E2C6-1ECF-95B9-429D-7A4B83AE8E33}"/>
                </a:ext>
              </a:extLst>
            </p:cNvPr>
            <p:cNvSpPr/>
            <p:nvPr/>
          </p:nvSpPr>
          <p:spPr>
            <a:xfrm>
              <a:off x="3062349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40" name="Oval 1239">
              <a:extLst>
                <a:ext uri="{FF2B5EF4-FFF2-40B4-BE49-F238E27FC236}">
                  <a16:creationId xmlns:a16="http://schemas.microsoft.com/office/drawing/2014/main" id="{00A5C248-22E7-0023-C698-6EEE7671DB09}"/>
                </a:ext>
              </a:extLst>
            </p:cNvPr>
            <p:cNvSpPr/>
            <p:nvPr/>
          </p:nvSpPr>
          <p:spPr>
            <a:xfrm>
              <a:off x="303693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41" name="Oval 1240">
              <a:extLst>
                <a:ext uri="{FF2B5EF4-FFF2-40B4-BE49-F238E27FC236}">
                  <a16:creationId xmlns:a16="http://schemas.microsoft.com/office/drawing/2014/main" id="{CBDEBBE2-53C1-5775-9C2A-37E9E6A20C8A}"/>
                </a:ext>
              </a:extLst>
            </p:cNvPr>
            <p:cNvSpPr/>
            <p:nvPr/>
          </p:nvSpPr>
          <p:spPr>
            <a:xfrm>
              <a:off x="301151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42" name="Oval 1241">
              <a:extLst>
                <a:ext uri="{FF2B5EF4-FFF2-40B4-BE49-F238E27FC236}">
                  <a16:creationId xmlns:a16="http://schemas.microsoft.com/office/drawing/2014/main" id="{EF64C56B-39C8-DE64-2C3A-9637EE8AB07F}"/>
                </a:ext>
              </a:extLst>
            </p:cNvPr>
            <p:cNvSpPr/>
            <p:nvPr/>
          </p:nvSpPr>
          <p:spPr>
            <a:xfrm>
              <a:off x="298609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43" name="Oval 1242">
              <a:extLst>
                <a:ext uri="{FF2B5EF4-FFF2-40B4-BE49-F238E27FC236}">
                  <a16:creationId xmlns:a16="http://schemas.microsoft.com/office/drawing/2014/main" id="{D1F051CE-7A6B-2A35-99ED-DEEF2C62B266}"/>
                </a:ext>
              </a:extLst>
            </p:cNvPr>
            <p:cNvSpPr/>
            <p:nvPr/>
          </p:nvSpPr>
          <p:spPr>
            <a:xfrm>
              <a:off x="2960675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0C3797-1C83-3BCB-AAEF-95F522BE5B26}"/>
              </a:ext>
            </a:extLst>
          </p:cNvPr>
          <p:cNvGrpSpPr/>
          <p:nvPr/>
        </p:nvGrpSpPr>
        <p:grpSpPr>
          <a:xfrm>
            <a:off x="3376646" y="3634307"/>
            <a:ext cx="839303" cy="965106"/>
            <a:chOff x="3376646" y="3634307"/>
            <a:chExt cx="839303" cy="965106"/>
          </a:xfrm>
        </p:grpSpPr>
        <p:sp>
          <p:nvSpPr>
            <p:cNvPr id="1307" name="Oval 1306">
              <a:extLst>
                <a:ext uri="{FF2B5EF4-FFF2-40B4-BE49-F238E27FC236}">
                  <a16:creationId xmlns:a16="http://schemas.microsoft.com/office/drawing/2014/main" id="{A4D60A36-552C-CB80-D5B4-BC24151F48E9}"/>
                </a:ext>
              </a:extLst>
            </p:cNvPr>
            <p:cNvSpPr/>
            <p:nvPr/>
          </p:nvSpPr>
          <p:spPr>
            <a:xfrm>
              <a:off x="352915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08" name="Oval 1307">
              <a:extLst>
                <a:ext uri="{FF2B5EF4-FFF2-40B4-BE49-F238E27FC236}">
                  <a16:creationId xmlns:a16="http://schemas.microsoft.com/office/drawing/2014/main" id="{AF564CAF-0438-42FA-9E41-5882F1135C7E}"/>
                </a:ext>
              </a:extLst>
            </p:cNvPr>
            <p:cNvSpPr/>
            <p:nvPr/>
          </p:nvSpPr>
          <p:spPr>
            <a:xfrm>
              <a:off x="3503738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09" name="Oval 1308">
              <a:extLst>
                <a:ext uri="{FF2B5EF4-FFF2-40B4-BE49-F238E27FC236}">
                  <a16:creationId xmlns:a16="http://schemas.microsoft.com/office/drawing/2014/main" id="{A38B5977-5627-256A-D7AD-383A237119AA}"/>
                </a:ext>
              </a:extLst>
            </p:cNvPr>
            <p:cNvSpPr/>
            <p:nvPr/>
          </p:nvSpPr>
          <p:spPr>
            <a:xfrm>
              <a:off x="3478320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10" name="Oval 1309">
              <a:extLst>
                <a:ext uri="{FF2B5EF4-FFF2-40B4-BE49-F238E27FC236}">
                  <a16:creationId xmlns:a16="http://schemas.microsoft.com/office/drawing/2014/main" id="{DC7662E8-E6BB-B47A-80BC-033D64ED7207}"/>
                </a:ext>
              </a:extLst>
            </p:cNvPr>
            <p:cNvSpPr/>
            <p:nvPr/>
          </p:nvSpPr>
          <p:spPr>
            <a:xfrm>
              <a:off x="3452901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11" name="Oval 1310">
              <a:extLst>
                <a:ext uri="{FF2B5EF4-FFF2-40B4-BE49-F238E27FC236}">
                  <a16:creationId xmlns:a16="http://schemas.microsoft.com/office/drawing/2014/main" id="{4A52A9D8-88ED-F45C-2A19-2D9A2F57C020}"/>
                </a:ext>
              </a:extLst>
            </p:cNvPr>
            <p:cNvSpPr/>
            <p:nvPr/>
          </p:nvSpPr>
          <p:spPr>
            <a:xfrm>
              <a:off x="342748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12" name="Oval 1311">
              <a:extLst>
                <a:ext uri="{FF2B5EF4-FFF2-40B4-BE49-F238E27FC236}">
                  <a16:creationId xmlns:a16="http://schemas.microsoft.com/office/drawing/2014/main" id="{F98798DA-4030-BF3B-DA75-B1352B152561}"/>
                </a:ext>
              </a:extLst>
            </p:cNvPr>
            <p:cNvSpPr/>
            <p:nvPr/>
          </p:nvSpPr>
          <p:spPr>
            <a:xfrm>
              <a:off x="3402064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13" name="Oval 1312">
              <a:extLst>
                <a:ext uri="{FF2B5EF4-FFF2-40B4-BE49-F238E27FC236}">
                  <a16:creationId xmlns:a16="http://schemas.microsoft.com/office/drawing/2014/main" id="{C16767D6-D99C-68CB-C9A5-3F3638208A36}"/>
                </a:ext>
              </a:extLst>
            </p:cNvPr>
            <p:cNvSpPr/>
            <p:nvPr/>
          </p:nvSpPr>
          <p:spPr>
            <a:xfrm>
              <a:off x="3376646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00" name="Oval 1299">
              <a:extLst>
                <a:ext uri="{FF2B5EF4-FFF2-40B4-BE49-F238E27FC236}">
                  <a16:creationId xmlns:a16="http://schemas.microsoft.com/office/drawing/2014/main" id="{FA36F043-0C65-1496-92CD-FBCA1848CE54}"/>
                </a:ext>
              </a:extLst>
            </p:cNvPr>
            <p:cNvSpPr/>
            <p:nvPr/>
          </p:nvSpPr>
          <p:spPr>
            <a:xfrm>
              <a:off x="367608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03" name="Oval 1302">
              <a:extLst>
                <a:ext uri="{FF2B5EF4-FFF2-40B4-BE49-F238E27FC236}">
                  <a16:creationId xmlns:a16="http://schemas.microsoft.com/office/drawing/2014/main" id="{69313C44-892C-9E0B-EC02-7D013526C3F8}"/>
                </a:ext>
              </a:extLst>
            </p:cNvPr>
            <p:cNvSpPr/>
            <p:nvPr/>
          </p:nvSpPr>
          <p:spPr>
            <a:xfrm>
              <a:off x="359983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06" name="Oval 1305">
              <a:extLst>
                <a:ext uri="{FF2B5EF4-FFF2-40B4-BE49-F238E27FC236}">
                  <a16:creationId xmlns:a16="http://schemas.microsoft.com/office/drawing/2014/main" id="{00B70CBB-2D7C-3952-01AF-BC5A6A63B3C4}"/>
                </a:ext>
              </a:extLst>
            </p:cNvPr>
            <p:cNvSpPr/>
            <p:nvPr/>
          </p:nvSpPr>
          <p:spPr>
            <a:xfrm>
              <a:off x="3523576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93" name="Oval 1292">
              <a:extLst>
                <a:ext uri="{FF2B5EF4-FFF2-40B4-BE49-F238E27FC236}">
                  <a16:creationId xmlns:a16="http://schemas.microsoft.com/office/drawing/2014/main" id="{1ED266B6-5194-C7FC-6BB7-033E9261C93E}"/>
                </a:ext>
              </a:extLst>
            </p:cNvPr>
            <p:cNvSpPr/>
            <p:nvPr/>
          </p:nvSpPr>
          <p:spPr>
            <a:xfrm>
              <a:off x="382301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96" name="Oval 1295">
              <a:extLst>
                <a:ext uri="{FF2B5EF4-FFF2-40B4-BE49-F238E27FC236}">
                  <a16:creationId xmlns:a16="http://schemas.microsoft.com/office/drawing/2014/main" id="{261C0E32-9B9E-1453-9E8B-2AE77A3887C0}"/>
                </a:ext>
              </a:extLst>
            </p:cNvPr>
            <p:cNvSpPr/>
            <p:nvPr/>
          </p:nvSpPr>
          <p:spPr>
            <a:xfrm>
              <a:off x="374676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99" name="Oval 1298">
              <a:extLst>
                <a:ext uri="{FF2B5EF4-FFF2-40B4-BE49-F238E27FC236}">
                  <a16:creationId xmlns:a16="http://schemas.microsoft.com/office/drawing/2014/main" id="{EE61B97E-0973-6117-00BB-1A85034F38CC}"/>
                </a:ext>
              </a:extLst>
            </p:cNvPr>
            <p:cNvSpPr/>
            <p:nvPr/>
          </p:nvSpPr>
          <p:spPr>
            <a:xfrm>
              <a:off x="367050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86" name="Oval 1285">
              <a:extLst>
                <a:ext uri="{FF2B5EF4-FFF2-40B4-BE49-F238E27FC236}">
                  <a16:creationId xmlns:a16="http://schemas.microsoft.com/office/drawing/2014/main" id="{13992493-EBD7-804C-88E2-5018B781704C}"/>
                </a:ext>
              </a:extLst>
            </p:cNvPr>
            <p:cNvSpPr/>
            <p:nvPr/>
          </p:nvSpPr>
          <p:spPr>
            <a:xfrm>
              <a:off x="396994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4983BC7E-07DE-B95F-6B73-9C5CD6AEC9E4}"/>
                </a:ext>
              </a:extLst>
            </p:cNvPr>
            <p:cNvSpPr/>
            <p:nvPr/>
          </p:nvSpPr>
          <p:spPr>
            <a:xfrm>
              <a:off x="389369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92" name="Oval 1291">
              <a:extLst>
                <a:ext uri="{FF2B5EF4-FFF2-40B4-BE49-F238E27FC236}">
                  <a16:creationId xmlns:a16="http://schemas.microsoft.com/office/drawing/2014/main" id="{3E58E404-7F14-B4D1-4783-3A7E3E2A7E66}"/>
                </a:ext>
              </a:extLst>
            </p:cNvPr>
            <p:cNvSpPr/>
            <p:nvPr/>
          </p:nvSpPr>
          <p:spPr>
            <a:xfrm>
              <a:off x="381743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333DAEF7-899F-9168-CCA0-9146A5646C5D}"/>
                </a:ext>
              </a:extLst>
            </p:cNvPr>
            <p:cNvSpPr/>
            <p:nvPr/>
          </p:nvSpPr>
          <p:spPr>
            <a:xfrm>
              <a:off x="411687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85" name="Oval 1284">
              <a:extLst>
                <a:ext uri="{FF2B5EF4-FFF2-40B4-BE49-F238E27FC236}">
                  <a16:creationId xmlns:a16="http://schemas.microsoft.com/office/drawing/2014/main" id="{F46A8F3E-C788-192E-40D4-D72309EB4A35}"/>
                </a:ext>
              </a:extLst>
            </p:cNvPr>
            <p:cNvSpPr/>
            <p:nvPr/>
          </p:nvSpPr>
          <p:spPr>
            <a:xfrm>
              <a:off x="3964366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D62357-373A-8B2A-C21B-44397D180446}"/>
              </a:ext>
            </a:extLst>
          </p:cNvPr>
          <p:cNvGrpSpPr/>
          <p:nvPr/>
        </p:nvGrpSpPr>
        <p:grpSpPr>
          <a:xfrm>
            <a:off x="4405755" y="3634307"/>
            <a:ext cx="839302" cy="965106"/>
            <a:chOff x="4405755" y="3634307"/>
            <a:chExt cx="839302" cy="965106"/>
          </a:xfrm>
        </p:grpSpPr>
        <p:sp>
          <p:nvSpPr>
            <p:cNvPr id="1348" name="Oval 1347">
              <a:extLst>
                <a:ext uri="{FF2B5EF4-FFF2-40B4-BE49-F238E27FC236}">
                  <a16:creationId xmlns:a16="http://schemas.microsoft.com/office/drawing/2014/main" id="{827A7F67-E47B-941C-1B93-653268547215}"/>
                </a:ext>
              </a:extLst>
            </p:cNvPr>
            <p:cNvSpPr/>
            <p:nvPr/>
          </p:nvSpPr>
          <p:spPr>
            <a:xfrm>
              <a:off x="455826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49" name="Oval 1348">
              <a:extLst>
                <a:ext uri="{FF2B5EF4-FFF2-40B4-BE49-F238E27FC236}">
                  <a16:creationId xmlns:a16="http://schemas.microsoft.com/office/drawing/2014/main" id="{12CE9A4E-15FC-A956-EBDC-437D99941872}"/>
                </a:ext>
              </a:extLst>
            </p:cNvPr>
            <p:cNvSpPr/>
            <p:nvPr/>
          </p:nvSpPr>
          <p:spPr>
            <a:xfrm>
              <a:off x="4532847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0" name="Oval 1349">
              <a:extLst>
                <a:ext uri="{FF2B5EF4-FFF2-40B4-BE49-F238E27FC236}">
                  <a16:creationId xmlns:a16="http://schemas.microsoft.com/office/drawing/2014/main" id="{FEDE9E4E-97F4-A932-3EA3-A1DFB3E807E9}"/>
                </a:ext>
              </a:extLst>
            </p:cNvPr>
            <p:cNvSpPr/>
            <p:nvPr/>
          </p:nvSpPr>
          <p:spPr>
            <a:xfrm>
              <a:off x="4507429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1" name="Oval 1350">
              <a:extLst>
                <a:ext uri="{FF2B5EF4-FFF2-40B4-BE49-F238E27FC236}">
                  <a16:creationId xmlns:a16="http://schemas.microsoft.com/office/drawing/2014/main" id="{0D88D466-E2AC-ECAF-B8C4-BD4CCB59E8B6}"/>
                </a:ext>
              </a:extLst>
            </p:cNvPr>
            <p:cNvSpPr/>
            <p:nvPr/>
          </p:nvSpPr>
          <p:spPr>
            <a:xfrm>
              <a:off x="4482010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2" name="Oval 1351">
              <a:extLst>
                <a:ext uri="{FF2B5EF4-FFF2-40B4-BE49-F238E27FC236}">
                  <a16:creationId xmlns:a16="http://schemas.microsoft.com/office/drawing/2014/main" id="{D64DBFD2-463F-6373-607F-8AB4C6B26031}"/>
                </a:ext>
              </a:extLst>
            </p:cNvPr>
            <p:cNvSpPr/>
            <p:nvPr/>
          </p:nvSpPr>
          <p:spPr>
            <a:xfrm>
              <a:off x="445659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3" name="Oval 1352">
              <a:extLst>
                <a:ext uri="{FF2B5EF4-FFF2-40B4-BE49-F238E27FC236}">
                  <a16:creationId xmlns:a16="http://schemas.microsoft.com/office/drawing/2014/main" id="{3FEC9ED2-7DED-A5F2-FE35-959CF975CC57}"/>
                </a:ext>
              </a:extLst>
            </p:cNvPr>
            <p:cNvSpPr/>
            <p:nvPr/>
          </p:nvSpPr>
          <p:spPr>
            <a:xfrm>
              <a:off x="4431173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4" name="Oval 1353">
              <a:extLst>
                <a:ext uri="{FF2B5EF4-FFF2-40B4-BE49-F238E27FC236}">
                  <a16:creationId xmlns:a16="http://schemas.microsoft.com/office/drawing/2014/main" id="{F7BB90FE-928B-304B-EFB5-EFFC8E44F762}"/>
                </a:ext>
              </a:extLst>
            </p:cNvPr>
            <p:cNvSpPr/>
            <p:nvPr/>
          </p:nvSpPr>
          <p:spPr>
            <a:xfrm>
              <a:off x="4405755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41" name="Oval 1340">
              <a:extLst>
                <a:ext uri="{FF2B5EF4-FFF2-40B4-BE49-F238E27FC236}">
                  <a16:creationId xmlns:a16="http://schemas.microsoft.com/office/drawing/2014/main" id="{DDE7C276-92E9-A285-856D-DF757B2C92DB}"/>
                </a:ext>
              </a:extLst>
            </p:cNvPr>
            <p:cNvSpPr/>
            <p:nvPr/>
          </p:nvSpPr>
          <p:spPr>
            <a:xfrm>
              <a:off x="4705196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44" name="Oval 1343">
              <a:extLst>
                <a:ext uri="{FF2B5EF4-FFF2-40B4-BE49-F238E27FC236}">
                  <a16:creationId xmlns:a16="http://schemas.microsoft.com/office/drawing/2014/main" id="{B2DFC6A3-8EED-8F0D-29D1-949432B56696}"/>
                </a:ext>
              </a:extLst>
            </p:cNvPr>
            <p:cNvSpPr/>
            <p:nvPr/>
          </p:nvSpPr>
          <p:spPr>
            <a:xfrm>
              <a:off x="4628940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34" name="Oval 1333">
              <a:extLst>
                <a:ext uri="{FF2B5EF4-FFF2-40B4-BE49-F238E27FC236}">
                  <a16:creationId xmlns:a16="http://schemas.microsoft.com/office/drawing/2014/main" id="{DCEF42AB-3EE1-5DD7-46A4-14349C2052F0}"/>
                </a:ext>
              </a:extLst>
            </p:cNvPr>
            <p:cNvSpPr/>
            <p:nvPr/>
          </p:nvSpPr>
          <p:spPr>
            <a:xfrm>
              <a:off x="4852126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37" name="Oval 1336">
              <a:extLst>
                <a:ext uri="{FF2B5EF4-FFF2-40B4-BE49-F238E27FC236}">
                  <a16:creationId xmlns:a16="http://schemas.microsoft.com/office/drawing/2014/main" id="{765D438B-77A5-2DAF-0B3A-3CACFA33B374}"/>
                </a:ext>
              </a:extLst>
            </p:cNvPr>
            <p:cNvSpPr/>
            <p:nvPr/>
          </p:nvSpPr>
          <p:spPr>
            <a:xfrm>
              <a:off x="4775871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27" name="Oval 1326">
              <a:extLst>
                <a:ext uri="{FF2B5EF4-FFF2-40B4-BE49-F238E27FC236}">
                  <a16:creationId xmlns:a16="http://schemas.microsoft.com/office/drawing/2014/main" id="{13052418-2A66-47EA-60FD-DA57197D148D}"/>
                </a:ext>
              </a:extLst>
            </p:cNvPr>
            <p:cNvSpPr/>
            <p:nvPr/>
          </p:nvSpPr>
          <p:spPr>
            <a:xfrm>
              <a:off x="4999056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30" name="Oval 1329">
              <a:extLst>
                <a:ext uri="{FF2B5EF4-FFF2-40B4-BE49-F238E27FC236}">
                  <a16:creationId xmlns:a16="http://schemas.microsoft.com/office/drawing/2014/main" id="{6F9BD394-8038-96FC-948D-2F8D243EF1D6}"/>
                </a:ext>
              </a:extLst>
            </p:cNvPr>
            <p:cNvSpPr/>
            <p:nvPr/>
          </p:nvSpPr>
          <p:spPr>
            <a:xfrm>
              <a:off x="4922801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20" name="Oval 1319">
              <a:extLst>
                <a:ext uri="{FF2B5EF4-FFF2-40B4-BE49-F238E27FC236}">
                  <a16:creationId xmlns:a16="http://schemas.microsoft.com/office/drawing/2014/main" id="{6C344030-E26D-C85E-4EB4-57C19330C9C4}"/>
                </a:ext>
              </a:extLst>
            </p:cNvPr>
            <p:cNvSpPr/>
            <p:nvPr/>
          </p:nvSpPr>
          <p:spPr>
            <a:xfrm>
              <a:off x="514598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5523B5-C0EF-AA97-3AA1-3EDCBB37027E}"/>
              </a:ext>
            </a:extLst>
          </p:cNvPr>
          <p:cNvGrpSpPr/>
          <p:nvPr/>
        </p:nvGrpSpPr>
        <p:grpSpPr>
          <a:xfrm>
            <a:off x="5460282" y="3634307"/>
            <a:ext cx="788466" cy="965106"/>
            <a:chOff x="5460282" y="3634307"/>
            <a:chExt cx="788466" cy="965106"/>
          </a:xfrm>
        </p:grpSpPr>
        <p:sp>
          <p:nvSpPr>
            <p:cNvPr id="1390" name="Oval 1389">
              <a:extLst>
                <a:ext uri="{FF2B5EF4-FFF2-40B4-BE49-F238E27FC236}">
                  <a16:creationId xmlns:a16="http://schemas.microsoft.com/office/drawing/2014/main" id="{23A1DDEC-DC68-37EC-54D8-ED7DCDFC29A5}"/>
                </a:ext>
              </a:extLst>
            </p:cNvPr>
            <p:cNvSpPr/>
            <p:nvPr/>
          </p:nvSpPr>
          <p:spPr>
            <a:xfrm>
              <a:off x="5561956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91" name="Oval 1390">
              <a:extLst>
                <a:ext uri="{FF2B5EF4-FFF2-40B4-BE49-F238E27FC236}">
                  <a16:creationId xmlns:a16="http://schemas.microsoft.com/office/drawing/2014/main" id="{C7D0E3BE-870A-BC30-9590-4B2F00529EE9}"/>
                </a:ext>
              </a:extLst>
            </p:cNvPr>
            <p:cNvSpPr/>
            <p:nvPr/>
          </p:nvSpPr>
          <p:spPr>
            <a:xfrm>
              <a:off x="5536538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92" name="Oval 1391">
              <a:extLst>
                <a:ext uri="{FF2B5EF4-FFF2-40B4-BE49-F238E27FC236}">
                  <a16:creationId xmlns:a16="http://schemas.microsoft.com/office/drawing/2014/main" id="{E6644E8C-332F-F408-2890-DFC7C6643E1B}"/>
                </a:ext>
              </a:extLst>
            </p:cNvPr>
            <p:cNvSpPr/>
            <p:nvPr/>
          </p:nvSpPr>
          <p:spPr>
            <a:xfrm>
              <a:off x="5511119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93" name="Oval 1392">
              <a:extLst>
                <a:ext uri="{FF2B5EF4-FFF2-40B4-BE49-F238E27FC236}">
                  <a16:creationId xmlns:a16="http://schemas.microsoft.com/office/drawing/2014/main" id="{EEFFB280-CBB1-E6DC-6D00-65119D73E3A0}"/>
                </a:ext>
              </a:extLst>
            </p:cNvPr>
            <p:cNvSpPr/>
            <p:nvPr/>
          </p:nvSpPr>
          <p:spPr>
            <a:xfrm>
              <a:off x="5485701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94" name="Oval 1393">
              <a:extLst>
                <a:ext uri="{FF2B5EF4-FFF2-40B4-BE49-F238E27FC236}">
                  <a16:creationId xmlns:a16="http://schemas.microsoft.com/office/drawing/2014/main" id="{8B089D40-FD67-BE01-9866-20CBCA51D990}"/>
                </a:ext>
              </a:extLst>
            </p:cNvPr>
            <p:cNvSpPr/>
            <p:nvPr/>
          </p:nvSpPr>
          <p:spPr>
            <a:xfrm>
              <a:off x="5460282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82" name="Oval 1381">
              <a:extLst>
                <a:ext uri="{FF2B5EF4-FFF2-40B4-BE49-F238E27FC236}">
                  <a16:creationId xmlns:a16="http://schemas.microsoft.com/office/drawing/2014/main" id="{5850DF71-B7F0-B09C-83D0-940D0D00F5A6}"/>
                </a:ext>
              </a:extLst>
            </p:cNvPr>
            <p:cNvSpPr/>
            <p:nvPr/>
          </p:nvSpPr>
          <p:spPr>
            <a:xfrm>
              <a:off x="573430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88" name="Oval 1387">
              <a:extLst>
                <a:ext uri="{FF2B5EF4-FFF2-40B4-BE49-F238E27FC236}">
                  <a16:creationId xmlns:a16="http://schemas.microsoft.com/office/drawing/2014/main" id="{466BF056-D10F-5F20-0E25-0773F26C96E4}"/>
                </a:ext>
              </a:extLst>
            </p:cNvPr>
            <p:cNvSpPr/>
            <p:nvPr/>
          </p:nvSpPr>
          <p:spPr>
            <a:xfrm>
              <a:off x="5581794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75" name="Oval 1374">
              <a:extLst>
                <a:ext uri="{FF2B5EF4-FFF2-40B4-BE49-F238E27FC236}">
                  <a16:creationId xmlns:a16="http://schemas.microsoft.com/office/drawing/2014/main" id="{8A609B95-0AA6-A08D-67C7-ACA3A685E4FC}"/>
                </a:ext>
              </a:extLst>
            </p:cNvPr>
            <p:cNvSpPr/>
            <p:nvPr/>
          </p:nvSpPr>
          <p:spPr>
            <a:xfrm>
              <a:off x="588123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81" name="Oval 1380">
              <a:extLst>
                <a:ext uri="{FF2B5EF4-FFF2-40B4-BE49-F238E27FC236}">
                  <a16:creationId xmlns:a16="http://schemas.microsoft.com/office/drawing/2014/main" id="{59ED5AEE-0278-3ACA-41E9-CD663055FCAB}"/>
                </a:ext>
              </a:extLst>
            </p:cNvPr>
            <p:cNvSpPr/>
            <p:nvPr/>
          </p:nvSpPr>
          <p:spPr>
            <a:xfrm>
              <a:off x="5728724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68" name="Oval 1367">
              <a:extLst>
                <a:ext uri="{FF2B5EF4-FFF2-40B4-BE49-F238E27FC236}">
                  <a16:creationId xmlns:a16="http://schemas.microsoft.com/office/drawing/2014/main" id="{032B6157-BFF3-94B1-D4CF-55DC583E6050}"/>
                </a:ext>
              </a:extLst>
            </p:cNvPr>
            <p:cNvSpPr/>
            <p:nvPr/>
          </p:nvSpPr>
          <p:spPr>
            <a:xfrm>
              <a:off x="602816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72" name="Oval 1371">
              <a:extLst>
                <a:ext uri="{FF2B5EF4-FFF2-40B4-BE49-F238E27FC236}">
                  <a16:creationId xmlns:a16="http://schemas.microsoft.com/office/drawing/2014/main" id="{3C89C920-45A7-2939-C364-3A4CFF5C612D}"/>
                </a:ext>
              </a:extLst>
            </p:cNvPr>
            <p:cNvSpPr/>
            <p:nvPr/>
          </p:nvSpPr>
          <p:spPr>
            <a:xfrm>
              <a:off x="592649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74" name="Oval 1373">
              <a:extLst>
                <a:ext uri="{FF2B5EF4-FFF2-40B4-BE49-F238E27FC236}">
                  <a16:creationId xmlns:a16="http://schemas.microsoft.com/office/drawing/2014/main" id="{722BF2F0-FBAB-369C-7EAB-CB1B56D0475A}"/>
                </a:ext>
              </a:extLst>
            </p:cNvPr>
            <p:cNvSpPr/>
            <p:nvPr/>
          </p:nvSpPr>
          <p:spPr>
            <a:xfrm>
              <a:off x="5875655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62" name="Oval 1361">
              <a:extLst>
                <a:ext uri="{FF2B5EF4-FFF2-40B4-BE49-F238E27FC236}">
                  <a16:creationId xmlns:a16="http://schemas.microsoft.com/office/drawing/2014/main" id="{BF90BCDF-B1C5-C09C-17FC-69005AD9F265}"/>
                </a:ext>
              </a:extLst>
            </p:cNvPr>
            <p:cNvSpPr/>
            <p:nvPr/>
          </p:nvSpPr>
          <p:spPr>
            <a:xfrm>
              <a:off x="6149676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65" name="Oval 1364">
              <a:extLst>
                <a:ext uri="{FF2B5EF4-FFF2-40B4-BE49-F238E27FC236}">
                  <a16:creationId xmlns:a16="http://schemas.microsoft.com/office/drawing/2014/main" id="{C4E8BC95-F3E3-121F-6B41-B9E550F11102}"/>
                </a:ext>
              </a:extLst>
            </p:cNvPr>
            <p:cNvSpPr/>
            <p:nvPr/>
          </p:nvSpPr>
          <p:spPr>
            <a:xfrm>
              <a:off x="6073421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66" name="Oval 1365">
              <a:extLst>
                <a:ext uri="{FF2B5EF4-FFF2-40B4-BE49-F238E27FC236}">
                  <a16:creationId xmlns:a16="http://schemas.microsoft.com/office/drawing/2014/main" id="{5C77CC3E-527E-929A-29D2-0F2D1062843D}"/>
                </a:ext>
              </a:extLst>
            </p:cNvPr>
            <p:cNvSpPr/>
            <p:nvPr/>
          </p:nvSpPr>
          <p:spPr>
            <a:xfrm>
              <a:off x="6048002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1C49F2-6C1A-2A00-0F93-F8A5FA001978}"/>
              </a:ext>
            </a:extLst>
          </p:cNvPr>
          <p:cNvGrpSpPr/>
          <p:nvPr/>
        </p:nvGrpSpPr>
        <p:grpSpPr>
          <a:xfrm>
            <a:off x="6463973" y="3634307"/>
            <a:ext cx="839302" cy="965106"/>
            <a:chOff x="6463973" y="3634307"/>
            <a:chExt cx="839302" cy="965106"/>
          </a:xfrm>
        </p:grpSpPr>
        <p:sp>
          <p:nvSpPr>
            <p:cNvPr id="1430" name="Oval 1429">
              <a:extLst>
                <a:ext uri="{FF2B5EF4-FFF2-40B4-BE49-F238E27FC236}">
                  <a16:creationId xmlns:a16="http://schemas.microsoft.com/office/drawing/2014/main" id="{BEB5535E-3731-969F-B502-D087CE886DC4}"/>
                </a:ext>
              </a:extLst>
            </p:cNvPr>
            <p:cNvSpPr/>
            <p:nvPr/>
          </p:nvSpPr>
          <p:spPr>
            <a:xfrm>
              <a:off x="661648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31" name="Oval 1430">
              <a:extLst>
                <a:ext uri="{FF2B5EF4-FFF2-40B4-BE49-F238E27FC236}">
                  <a16:creationId xmlns:a16="http://schemas.microsoft.com/office/drawing/2014/main" id="{35AA2696-5F13-F05E-F377-AD5BEB519730}"/>
                </a:ext>
              </a:extLst>
            </p:cNvPr>
            <p:cNvSpPr/>
            <p:nvPr/>
          </p:nvSpPr>
          <p:spPr>
            <a:xfrm>
              <a:off x="6591065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32" name="Oval 1431">
              <a:extLst>
                <a:ext uri="{FF2B5EF4-FFF2-40B4-BE49-F238E27FC236}">
                  <a16:creationId xmlns:a16="http://schemas.microsoft.com/office/drawing/2014/main" id="{D2FED481-11ED-58B0-B54E-F006FF7A1FFF}"/>
                </a:ext>
              </a:extLst>
            </p:cNvPr>
            <p:cNvSpPr/>
            <p:nvPr/>
          </p:nvSpPr>
          <p:spPr>
            <a:xfrm>
              <a:off x="656564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33" name="Oval 1432">
              <a:extLst>
                <a:ext uri="{FF2B5EF4-FFF2-40B4-BE49-F238E27FC236}">
                  <a16:creationId xmlns:a16="http://schemas.microsoft.com/office/drawing/2014/main" id="{83FCD071-D9E1-C070-EFF7-21F5150ADC5F}"/>
                </a:ext>
              </a:extLst>
            </p:cNvPr>
            <p:cNvSpPr/>
            <p:nvPr/>
          </p:nvSpPr>
          <p:spPr>
            <a:xfrm>
              <a:off x="654022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34" name="Oval 1433">
              <a:extLst>
                <a:ext uri="{FF2B5EF4-FFF2-40B4-BE49-F238E27FC236}">
                  <a16:creationId xmlns:a16="http://schemas.microsoft.com/office/drawing/2014/main" id="{8398D293-688E-E1B1-51D9-ECC85E200F53}"/>
                </a:ext>
              </a:extLst>
            </p:cNvPr>
            <p:cNvSpPr/>
            <p:nvPr/>
          </p:nvSpPr>
          <p:spPr>
            <a:xfrm>
              <a:off x="6514810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35" name="Oval 1434">
              <a:extLst>
                <a:ext uri="{FF2B5EF4-FFF2-40B4-BE49-F238E27FC236}">
                  <a16:creationId xmlns:a16="http://schemas.microsoft.com/office/drawing/2014/main" id="{FFD8BDC1-0C28-ED87-28E4-5AE991AB8EAB}"/>
                </a:ext>
              </a:extLst>
            </p:cNvPr>
            <p:cNvSpPr/>
            <p:nvPr/>
          </p:nvSpPr>
          <p:spPr>
            <a:xfrm>
              <a:off x="648939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36" name="Oval 1435">
              <a:extLst>
                <a:ext uri="{FF2B5EF4-FFF2-40B4-BE49-F238E27FC236}">
                  <a16:creationId xmlns:a16="http://schemas.microsoft.com/office/drawing/2014/main" id="{A363199B-DDBC-3A5E-EA57-193865B44DBE}"/>
                </a:ext>
              </a:extLst>
            </p:cNvPr>
            <p:cNvSpPr/>
            <p:nvPr/>
          </p:nvSpPr>
          <p:spPr>
            <a:xfrm>
              <a:off x="6463973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26" name="Oval 1425">
              <a:extLst>
                <a:ext uri="{FF2B5EF4-FFF2-40B4-BE49-F238E27FC236}">
                  <a16:creationId xmlns:a16="http://schemas.microsoft.com/office/drawing/2014/main" id="{4B8ECFB2-B87A-D835-8B80-568E94F2A0E4}"/>
                </a:ext>
              </a:extLst>
            </p:cNvPr>
            <p:cNvSpPr/>
            <p:nvPr/>
          </p:nvSpPr>
          <p:spPr>
            <a:xfrm>
              <a:off x="668715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19" name="Oval 1418">
              <a:extLst>
                <a:ext uri="{FF2B5EF4-FFF2-40B4-BE49-F238E27FC236}">
                  <a16:creationId xmlns:a16="http://schemas.microsoft.com/office/drawing/2014/main" id="{4F02169D-F562-051E-85E9-9AB9B714BB9A}"/>
                </a:ext>
              </a:extLst>
            </p:cNvPr>
            <p:cNvSpPr/>
            <p:nvPr/>
          </p:nvSpPr>
          <p:spPr>
            <a:xfrm>
              <a:off x="6834089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12" name="Oval 1411">
              <a:extLst>
                <a:ext uri="{FF2B5EF4-FFF2-40B4-BE49-F238E27FC236}">
                  <a16:creationId xmlns:a16="http://schemas.microsoft.com/office/drawing/2014/main" id="{B7C0320A-7912-E26C-6EF9-90BE00404D5C}"/>
                </a:ext>
              </a:extLst>
            </p:cNvPr>
            <p:cNvSpPr/>
            <p:nvPr/>
          </p:nvSpPr>
          <p:spPr>
            <a:xfrm>
              <a:off x="6981019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2" name="Oval 1401">
              <a:extLst>
                <a:ext uri="{FF2B5EF4-FFF2-40B4-BE49-F238E27FC236}">
                  <a16:creationId xmlns:a16="http://schemas.microsoft.com/office/drawing/2014/main" id="{59DB0902-EDAB-4870-4C10-7D1ED38EE5FE}"/>
                </a:ext>
              </a:extLst>
            </p:cNvPr>
            <p:cNvSpPr/>
            <p:nvPr/>
          </p:nvSpPr>
          <p:spPr>
            <a:xfrm>
              <a:off x="720420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3" name="Oval 1402">
              <a:extLst>
                <a:ext uri="{FF2B5EF4-FFF2-40B4-BE49-F238E27FC236}">
                  <a16:creationId xmlns:a16="http://schemas.microsoft.com/office/drawing/2014/main" id="{40CDEA69-66DD-2F23-3F91-33854B9AACF3}"/>
                </a:ext>
              </a:extLst>
            </p:cNvPr>
            <p:cNvSpPr/>
            <p:nvPr/>
          </p:nvSpPr>
          <p:spPr>
            <a:xfrm>
              <a:off x="7178785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4" name="Oval 1403">
              <a:extLst>
                <a:ext uri="{FF2B5EF4-FFF2-40B4-BE49-F238E27FC236}">
                  <a16:creationId xmlns:a16="http://schemas.microsoft.com/office/drawing/2014/main" id="{1FBA3028-E726-C1EB-860E-B5E0028977EA}"/>
                </a:ext>
              </a:extLst>
            </p:cNvPr>
            <p:cNvSpPr/>
            <p:nvPr/>
          </p:nvSpPr>
          <p:spPr>
            <a:xfrm>
              <a:off x="7153367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5" name="Oval 1404">
              <a:extLst>
                <a:ext uri="{FF2B5EF4-FFF2-40B4-BE49-F238E27FC236}">
                  <a16:creationId xmlns:a16="http://schemas.microsoft.com/office/drawing/2014/main" id="{81692624-3F8F-CEFC-2A7A-E6CEAADA4B5D}"/>
                </a:ext>
              </a:extLst>
            </p:cNvPr>
            <p:cNvSpPr/>
            <p:nvPr/>
          </p:nvSpPr>
          <p:spPr>
            <a:xfrm>
              <a:off x="712794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6" name="Oval 1405">
              <a:extLst>
                <a:ext uri="{FF2B5EF4-FFF2-40B4-BE49-F238E27FC236}">
                  <a16:creationId xmlns:a16="http://schemas.microsoft.com/office/drawing/2014/main" id="{DAF780F7-20E9-48F3-EADB-53B43925E648}"/>
                </a:ext>
              </a:extLst>
            </p:cNvPr>
            <p:cNvSpPr/>
            <p:nvPr/>
          </p:nvSpPr>
          <p:spPr>
            <a:xfrm>
              <a:off x="7102530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7" name="Oval 1406">
              <a:extLst>
                <a:ext uri="{FF2B5EF4-FFF2-40B4-BE49-F238E27FC236}">
                  <a16:creationId xmlns:a16="http://schemas.microsoft.com/office/drawing/2014/main" id="{20731649-A203-2F82-AA0E-55D00242208F}"/>
                </a:ext>
              </a:extLst>
            </p:cNvPr>
            <p:cNvSpPr/>
            <p:nvPr/>
          </p:nvSpPr>
          <p:spPr>
            <a:xfrm>
              <a:off x="707711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8" name="Oval 1407">
              <a:extLst>
                <a:ext uri="{FF2B5EF4-FFF2-40B4-BE49-F238E27FC236}">
                  <a16:creationId xmlns:a16="http://schemas.microsoft.com/office/drawing/2014/main" id="{32D58016-F442-C01D-2195-58631D6AD389}"/>
                </a:ext>
              </a:extLst>
            </p:cNvPr>
            <p:cNvSpPr/>
            <p:nvPr/>
          </p:nvSpPr>
          <p:spPr>
            <a:xfrm>
              <a:off x="7051693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AEB43F8-59B1-9EA7-A0E7-DC9035678F8F}"/>
              </a:ext>
            </a:extLst>
          </p:cNvPr>
          <p:cNvGrpSpPr/>
          <p:nvPr/>
        </p:nvGrpSpPr>
        <p:grpSpPr>
          <a:xfrm>
            <a:off x="7493082" y="3634307"/>
            <a:ext cx="839302" cy="965106"/>
            <a:chOff x="7493082" y="3634307"/>
            <a:chExt cx="839302" cy="965106"/>
          </a:xfrm>
        </p:grpSpPr>
        <p:sp>
          <p:nvSpPr>
            <p:cNvPr id="1471" name="Oval 1470">
              <a:extLst>
                <a:ext uri="{FF2B5EF4-FFF2-40B4-BE49-F238E27FC236}">
                  <a16:creationId xmlns:a16="http://schemas.microsoft.com/office/drawing/2014/main" id="{C1BB6119-3C50-6905-C5BE-00B0FA93447C}"/>
                </a:ext>
              </a:extLst>
            </p:cNvPr>
            <p:cNvSpPr/>
            <p:nvPr/>
          </p:nvSpPr>
          <p:spPr>
            <a:xfrm>
              <a:off x="7645592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77" name="Oval 1476">
              <a:extLst>
                <a:ext uri="{FF2B5EF4-FFF2-40B4-BE49-F238E27FC236}">
                  <a16:creationId xmlns:a16="http://schemas.microsoft.com/office/drawing/2014/main" id="{E0342CC7-8553-6D10-3E7B-D2F714364857}"/>
                </a:ext>
              </a:extLst>
            </p:cNvPr>
            <p:cNvSpPr/>
            <p:nvPr/>
          </p:nvSpPr>
          <p:spPr>
            <a:xfrm>
              <a:off x="749308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64" name="Oval 1463">
              <a:extLst>
                <a:ext uri="{FF2B5EF4-FFF2-40B4-BE49-F238E27FC236}">
                  <a16:creationId xmlns:a16="http://schemas.microsoft.com/office/drawing/2014/main" id="{DBA8FBB4-05F6-530C-A796-CC9AD181AF64}"/>
                </a:ext>
              </a:extLst>
            </p:cNvPr>
            <p:cNvSpPr/>
            <p:nvPr/>
          </p:nvSpPr>
          <p:spPr>
            <a:xfrm>
              <a:off x="779252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70" name="Oval 1469">
              <a:extLst>
                <a:ext uri="{FF2B5EF4-FFF2-40B4-BE49-F238E27FC236}">
                  <a16:creationId xmlns:a16="http://schemas.microsoft.com/office/drawing/2014/main" id="{8F47E63F-BF74-A6D9-F4A1-24C5A31E2C87}"/>
                </a:ext>
              </a:extLst>
            </p:cNvPr>
            <p:cNvSpPr/>
            <p:nvPr/>
          </p:nvSpPr>
          <p:spPr>
            <a:xfrm>
              <a:off x="764001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57" name="Oval 1456">
              <a:extLst>
                <a:ext uri="{FF2B5EF4-FFF2-40B4-BE49-F238E27FC236}">
                  <a16:creationId xmlns:a16="http://schemas.microsoft.com/office/drawing/2014/main" id="{8254A72C-33C6-806E-3AEA-4C4BD91CE486}"/>
                </a:ext>
              </a:extLst>
            </p:cNvPr>
            <p:cNvSpPr/>
            <p:nvPr/>
          </p:nvSpPr>
          <p:spPr>
            <a:xfrm>
              <a:off x="793945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58" name="Oval 1457">
              <a:extLst>
                <a:ext uri="{FF2B5EF4-FFF2-40B4-BE49-F238E27FC236}">
                  <a16:creationId xmlns:a16="http://schemas.microsoft.com/office/drawing/2014/main" id="{BFCAF2FE-C9C9-4389-2B97-B6BB7DA84D4F}"/>
                </a:ext>
              </a:extLst>
            </p:cNvPr>
            <p:cNvSpPr/>
            <p:nvPr/>
          </p:nvSpPr>
          <p:spPr>
            <a:xfrm>
              <a:off x="7914035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59" name="Oval 1458">
              <a:extLst>
                <a:ext uri="{FF2B5EF4-FFF2-40B4-BE49-F238E27FC236}">
                  <a16:creationId xmlns:a16="http://schemas.microsoft.com/office/drawing/2014/main" id="{1C8450F2-FC11-9D40-87DE-F0E08E06B0A8}"/>
                </a:ext>
              </a:extLst>
            </p:cNvPr>
            <p:cNvSpPr/>
            <p:nvPr/>
          </p:nvSpPr>
          <p:spPr>
            <a:xfrm>
              <a:off x="788861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60" name="Oval 1459">
              <a:extLst>
                <a:ext uri="{FF2B5EF4-FFF2-40B4-BE49-F238E27FC236}">
                  <a16:creationId xmlns:a16="http://schemas.microsoft.com/office/drawing/2014/main" id="{4AA274D6-30BC-32EB-9CA9-E1E7BEE613C5}"/>
                </a:ext>
              </a:extLst>
            </p:cNvPr>
            <p:cNvSpPr/>
            <p:nvPr/>
          </p:nvSpPr>
          <p:spPr>
            <a:xfrm>
              <a:off x="786319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61" name="Oval 1460">
              <a:extLst>
                <a:ext uri="{FF2B5EF4-FFF2-40B4-BE49-F238E27FC236}">
                  <a16:creationId xmlns:a16="http://schemas.microsoft.com/office/drawing/2014/main" id="{D7AD55A9-464B-732E-F210-E96EA5B255D0}"/>
                </a:ext>
              </a:extLst>
            </p:cNvPr>
            <p:cNvSpPr/>
            <p:nvPr/>
          </p:nvSpPr>
          <p:spPr>
            <a:xfrm>
              <a:off x="7837779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62" name="Oval 1461">
              <a:extLst>
                <a:ext uri="{FF2B5EF4-FFF2-40B4-BE49-F238E27FC236}">
                  <a16:creationId xmlns:a16="http://schemas.microsoft.com/office/drawing/2014/main" id="{DE1BC8C7-B9BA-3409-4F14-4E698EC08736}"/>
                </a:ext>
              </a:extLst>
            </p:cNvPr>
            <p:cNvSpPr/>
            <p:nvPr/>
          </p:nvSpPr>
          <p:spPr>
            <a:xfrm>
              <a:off x="781236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63" name="Oval 1462">
              <a:extLst>
                <a:ext uri="{FF2B5EF4-FFF2-40B4-BE49-F238E27FC236}">
                  <a16:creationId xmlns:a16="http://schemas.microsoft.com/office/drawing/2014/main" id="{A4F6804F-5F98-CC36-5A5E-FD750AECF0BB}"/>
                </a:ext>
              </a:extLst>
            </p:cNvPr>
            <p:cNvSpPr/>
            <p:nvPr/>
          </p:nvSpPr>
          <p:spPr>
            <a:xfrm>
              <a:off x="778694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50" name="Oval 1449">
              <a:extLst>
                <a:ext uri="{FF2B5EF4-FFF2-40B4-BE49-F238E27FC236}">
                  <a16:creationId xmlns:a16="http://schemas.microsoft.com/office/drawing/2014/main" id="{09EBA5B3-62FC-862B-B173-AD51433A505D}"/>
                </a:ext>
              </a:extLst>
            </p:cNvPr>
            <p:cNvSpPr/>
            <p:nvPr/>
          </p:nvSpPr>
          <p:spPr>
            <a:xfrm>
              <a:off x="808638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56" name="Oval 1455">
              <a:extLst>
                <a:ext uri="{FF2B5EF4-FFF2-40B4-BE49-F238E27FC236}">
                  <a16:creationId xmlns:a16="http://schemas.microsoft.com/office/drawing/2014/main" id="{6D48CB11-7CA9-EBCD-2F7F-09681FFDF12D}"/>
                </a:ext>
              </a:extLst>
            </p:cNvPr>
            <p:cNvSpPr/>
            <p:nvPr/>
          </p:nvSpPr>
          <p:spPr>
            <a:xfrm>
              <a:off x="7933873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43" name="Oval 1442">
              <a:extLst>
                <a:ext uri="{FF2B5EF4-FFF2-40B4-BE49-F238E27FC236}">
                  <a16:creationId xmlns:a16="http://schemas.microsoft.com/office/drawing/2014/main" id="{2AC2FE04-754C-3D69-F6A1-40B084A7D75B}"/>
                </a:ext>
              </a:extLst>
            </p:cNvPr>
            <p:cNvSpPr/>
            <p:nvPr/>
          </p:nvSpPr>
          <p:spPr>
            <a:xfrm>
              <a:off x="8233312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49" name="Oval 1448">
              <a:extLst>
                <a:ext uri="{FF2B5EF4-FFF2-40B4-BE49-F238E27FC236}">
                  <a16:creationId xmlns:a16="http://schemas.microsoft.com/office/drawing/2014/main" id="{1581444D-9A3C-1059-A975-79988471D298}"/>
                </a:ext>
              </a:extLst>
            </p:cNvPr>
            <p:cNvSpPr/>
            <p:nvPr/>
          </p:nvSpPr>
          <p:spPr>
            <a:xfrm>
              <a:off x="808080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A48B1DF-A405-9ACD-346F-7AA79B8DB0B9}"/>
              </a:ext>
            </a:extLst>
          </p:cNvPr>
          <p:cNvGrpSpPr/>
          <p:nvPr/>
        </p:nvGrpSpPr>
        <p:grpSpPr>
          <a:xfrm>
            <a:off x="8547609" y="3634307"/>
            <a:ext cx="813884" cy="965106"/>
            <a:chOff x="8547609" y="3634307"/>
            <a:chExt cx="813884" cy="965106"/>
          </a:xfrm>
        </p:grpSpPr>
        <p:sp>
          <p:nvSpPr>
            <p:cNvPr id="1517" name="Oval 1516">
              <a:extLst>
                <a:ext uri="{FF2B5EF4-FFF2-40B4-BE49-F238E27FC236}">
                  <a16:creationId xmlns:a16="http://schemas.microsoft.com/office/drawing/2014/main" id="{B729C8CE-5741-4FC9-39A9-DD79FD3D4FA3}"/>
                </a:ext>
              </a:extLst>
            </p:cNvPr>
            <p:cNvSpPr/>
            <p:nvPr/>
          </p:nvSpPr>
          <p:spPr>
            <a:xfrm>
              <a:off x="8547609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11" name="Oval 1510">
              <a:extLst>
                <a:ext uri="{FF2B5EF4-FFF2-40B4-BE49-F238E27FC236}">
                  <a16:creationId xmlns:a16="http://schemas.microsoft.com/office/drawing/2014/main" id="{69B72091-F10C-95DB-9EE9-F757614D9665}"/>
                </a:ext>
              </a:extLst>
            </p:cNvPr>
            <p:cNvSpPr/>
            <p:nvPr/>
          </p:nvSpPr>
          <p:spPr>
            <a:xfrm>
              <a:off x="8669121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04" name="Oval 1503">
              <a:extLst>
                <a:ext uri="{FF2B5EF4-FFF2-40B4-BE49-F238E27FC236}">
                  <a16:creationId xmlns:a16="http://schemas.microsoft.com/office/drawing/2014/main" id="{6DF5F305-900A-AB9B-F5CE-9672DC94EB30}"/>
                </a:ext>
              </a:extLst>
            </p:cNvPr>
            <p:cNvSpPr/>
            <p:nvPr/>
          </p:nvSpPr>
          <p:spPr>
            <a:xfrm>
              <a:off x="8816051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97" name="Oval 1496">
              <a:extLst>
                <a:ext uri="{FF2B5EF4-FFF2-40B4-BE49-F238E27FC236}">
                  <a16:creationId xmlns:a16="http://schemas.microsoft.com/office/drawing/2014/main" id="{648BF625-DFE3-B695-B47F-65C81DD36034}"/>
                </a:ext>
              </a:extLst>
            </p:cNvPr>
            <p:cNvSpPr/>
            <p:nvPr/>
          </p:nvSpPr>
          <p:spPr>
            <a:xfrm>
              <a:off x="896298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84" name="Oval 1483">
              <a:extLst>
                <a:ext uri="{FF2B5EF4-FFF2-40B4-BE49-F238E27FC236}">
                  <a16:creationId xmlns:a16="http://schemas.microsoft.com/office/drawing/2014/main" id="{389024AB-FD75-0517-4C8D-466CB322797F}"/>
                </a:ext>
              </a:extLst>
            </p:cNvPr>
            <p:cNvSpPr/>
            <p:nvPr/>
          </p:nvSpPr>
          <p:spPr>
            <a:xfrm>
              <a:off x="9262421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85" name="Oval 1484">
              <a:extLst>
                <a:ext uri="{FF2B5EF4-FFF2-40B4-BE49-F238E27FC236}">
                  <a16:creationId xmlns:a16="http://schemas.microsoft.com/office/drawing/2014/main" id="{BE1481F4-2EA7-58E3-7895-0CADD0AE59F9}"/>
                </a:ext>
              </a:extLst>
            </p:cNvPr>
            <p:cNvSpPr/>
            <p:nvPr/>
          </p:nvSpPr>
          <p:spPr>
            <a:xfrm>
              <a:off x="9237003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86" name="Oval 1485">
              <a:extLst>
                <a:ext uri="{FF2B5EF4-FFF2-40B4-BE49-F238E27FC236}">
                  <a16:creationId xmlns:a16="http://schemas.microsoft.com/office/drawing/2014/main" id="{1AAB6A2E-E484-B66C-0B4E-B33571A28BA5}"/>
                </a:ext>
              </a:extLst>
            </p:cNvPr>
            <p:cNvSpPr/>
            <p:nvPr/>
          </p:nvSpPr>
          <p:spPr>
            <a:xfrm>
              <a:off x="9211584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87" name="Oval 1486">
              <a:extLst>
                <a:ext uri="{FF2B5EF4-FFF2-40B4-BE49-F238E27FC236}">
                  <a16:creationId xmlns:a16="http://schemas.microsoft.com/office/drawing/2014/main" id="{F7FB1519-06DE-5E51-F26D-96CEEDC1123B}"/>
                </a:ext>
              </a:extLst>
            </p:cNvPr>
            <p:cNvSpPr/>
            <p:nvPr/>
          </p:nvSpPr>
          <p:spPr>
            <a:xfrm>
              <a:off x="9186166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88" name="Oval 1487">
              <a:extLst>
                <a:ext uri="{FF2B5EF4-FFF2-40B4-BE49-F238E27FC236}">
                  <a16:creationId xmlns:a16="http://schemas.microsoft.com/office/drawing/2014/main" id="{C55B4F35-6108-6290-FD70-B556D7EEC105}"/>
                </a:ext>
              </a:extLst>
            </p:cNvPr>
            <p:cNvSpPr/>
            <p:nvPr/>
          </p:nvSpPr>
          <p:spPr>
            <a:xfrm>
              <a:off x="9160748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89" name="Oval 1488">
              <a:extLst>
                <a:ext uri="{FF2B5EF4-FFF2-40B4-BE49-F238E27FC236}">
                  <a16:creationId xmlns:a16="http://schemas.microsoft.com/office/drawing/2014/main" id="{B72AD5F2-4ED2-5561-90F0-908BE32984DD}"/>
                </a:ext>
              </a:extLst>
            </p:cNvPr>
            <p:cNvSpPr/>
            <p:nvPr/>
          </p:nvSpPr>
          <p:spPr>
            <a:xfrm>
              <a:off x="9135329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2928B9-937C-22A1-102E-7780422877D9}"/>
              </a:ext>
            </a:extLst>
          </p:cNvPr>
          <p:cNvGrpSpPr/>
          <p:nvPr/>
        </p:nvGrpSpPr>
        <p:grpSpPr>
          <a:xfrm>
            <a:off x="9551300" y="3634307"/>
            <a:ext cx="839302" cy="965106"/>
            <a:chOff x="9551300" y="3634307"/>
            <a:chExt cx="839302" cy="965106"/>
          </a:xfrm>
        </p:grpSpPr>
        <p:sp>
          <p:nvSpPr>
            <p:cNvPr id="1553" name="Oval 1552">
              <a:extLst>
                <a:ext uri="{FF2B5EF4-FFF2-40B4-BE49-F238E27FC236}">
                  <a16:creationId xmlns:a16="http://schemas.microsoft.com/office/drawing/2014/main" id="{C342E321-9B91-A9E9-EF60-2B9F8B0A3047}"/>
                </a:ext>
              </a:extLst>
            </p:cNvPr>
            <p:cNvSpPr/>
            <p:nvPr/>
          </p:nvSpPr>
          <p:spPr>
            <a:xfrm>
              <a:off x="970381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54" name="Oval 1553">
              <a:extLst>
                <a:ext uri="{FF2B5EF4-FFF2-40B4-BE49-F238E27FC236}">
                  <a16:creationId xmlns:a16="http://schemas.microsoft.com/office/drawing/2014/main" id="{36D6FA06-F1D6-609C-A803-D6D25500A2D7}"/>
                </a:ext>
              </a:extLst>
            </p:cNvPr>
            <p:cNvSpPr/>
            <p:nvPr/>
          </p:nvSpPr>
          <p:spPr>
            <a:xfrm>
              <a:off x="9678392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55" name="Oval 1554">
              <a:extLst>
                <a:ext uri="{FF2B5EF4-FFF2-40B4-BE49-F238E27FC236}">
                  <a16:creationId xmlns:a16="http://schemas.microsoft.com/office/drawing/2014/main" id="{E4970206-B8B3-A7F9-7B96-813551D2FC2B}"/>
                </a:ext>
              </a:extLst>
            </p:cNvPr>
            <p:cNvSpPr/>
            <p:nvPr/>
          </p:nvSpPr>
          <p:spPr>
            <a:xfrm>
              <a:off x="9652973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56" name="Oval 1555">
              <a:extLst>
                <a:ext uri="{FF2B5EF4-FFF2-40B4-BE49-F238E27FC236}">
                  <a16:creationId xmlns:a16="http://schemas.microsoft.com/office/drawing/2014/main" id="{71F1211E-EFFD-BD63-D2AD-CED6C810A4C0}"/>
                </a:ext>
              </a:extLst>
            </p:cNvPr>
            <p:cNvSpPr/>
            <p:nvPr/>
          </p:nvSpPr>
          <p:spPr>
            <a:xfrm>
              <a:off x="962755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57" name="Oval 1556">
              <a:extLst>
                <a:ext uri="{FF2B5EF4-FFF2-40B4-BE49-F238E27FC236}">
                  <a16:creationId xmlns:a16="http://schemas.microsoft.com/office/drawing/2014/main" id="{CF25DB16-BCCF-2B24-6CFE-50329C59738B}"/>
                </a:ext>
              </a:extLst>
            </p:cNvPr>
            <p:cNvSpPr/>
            <p:nvPr/>
          </p:nvSpPr>
          <p:spPr>
            <a:xfrm>
              <a:off x="9602136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58" name="Oval 1557">
              <a:extLst>
                <a:ext uri="{FF2B5EF4-FFF2-40B4-BE49-F238E27FC236}">
                  <a16:creationId xmlns:a16="http://schemas.microsoft.com/office/drawing/2014/main" id="{EA678C6D-B4B1-2453-6B01-EDFDE87B8F31}"/>
                </a:ext>
              </a:extLst>
            </p:cNvPr>
            <p:cNvSpPr/>
            <p:nvPr/>
          </p:nvSpPr>
          <p:spPr>
            <a:xfrm>
              <a:off x="9576718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59" name="Oval 1558">
              <a:extLst>
                <a:ext uri="{FF2B5EF4-FFF2-40B4-BE49-F238E27FC236}">
                  <a16:creationId xmlns:a16="http://schemas.microsoft.com/office/drawing/2014/main" id="{125FC0AB-2F39-7272-1BF8-E966E1EAE685}"/>
                </a:ext>
              </a:extLst>
            </p:cNvPr>
            <p:cNvSpPr/>
            <p:nvPr/>
          </p:nvSpPr>
          <p:spPr>
            <a:xfrm>
              <a:off x="955130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49" name="Oval 1548">
              <a:extLst>
                <a:ext uri="{FF2B5EF4-FFF2-40B4-BE49-F238E27FC236}">
                  <a16:creationId xmlns:a16="http://schemas.microsoft.com/office/drawing/2014/main" id="{5862816C-7319-3BFB-9EE9-0B585532712A}"/>
                </a:ext>
              </a:extLst>
            </p:cNvPr>
            <p:cNvSpPr/>
            <p:nvPr/>
          </p:nvSpPr>
          <p:spPr>
            <a:xfrm>
              <a:off x="977448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41" name="Oval 1540">
              <a:extLst>
                <a:ext uri="{FF2B5EF4-FFF2-40B4-BE49-F238E27FC236}">
                  <a16:creationId xmlns:a16="http://schemas.microsoft.com/office/drawing/2014/main" id="{DDAC2EA4-3BD7-CBCB-6BA9-10982E248A89}"/>
                </a:ext>
              </a:extLst>
            </p:cNvPr>
            <p:cNvSpPr/>
            <p:nvPr/>
          </p:nvSpPr>
          <p:spPr>
            <a:xfrm>
              <a:off x="9946834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43" name="Oval 1542">
              <a:extLst>
                <a:ext uri="{FF2B5EF4-FFF2-40B4-BE49-F238E27FC236}">
                  <a16:creationId xmlns:a16="http://schemas.microsoft.com/office/drawing/2014/main" id="{6B35B318-865A-1758-DEEF-39280885A1EA}"/>
                </a:ext>
              </a:extLst>
            </p:cNvPr>
            <p:cNvSpPr/>
            <p:nvPr/>
          </p:nvSpPr>
          <p:spPr>
            <a:xfrm>
              <a:off x="9895997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33" name="Oval 1532">
              <a:extLst>
                <a:ext uri="{FF2B5EF4-FFF2-40B4-BE49-F238E27FC236}">
                  <a16:creationId xmlns:a16="http://schemas.microsoft.com/office/drawing/2014/main" id="{7534BF8B-1D58-EA3E-6543-94C81CFA36B6}"/>
                </a:ext>
              </a:extLst>
            </p:cNvPr>
            <p:cNvSpPr/>
            <p:nvPr/>
          </p:nvSpPr>
          <p:spPr>
            <a:xfrm>
              <a:off x="10119183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37" name="Oval 1536">
              <a:extLst>
                <a:ext uri="{FF2B5EF4-FFF2-40B4-BE49-F238E27FC236}">
                  <a16:creationId xmlns:a16="http://schemas.microsoft.com/office/drawing/2014/main" id="{8B2EC728-17B0-CDC1-2FC7-6CE03F038094}"/>
                </a:ext>
              </a:extLst>
            </p:cNvPr>
            <p:cNvSpPr/>
            <p:nvPr/>
          </p:nvSpPr>
          <p:spPr>
            <a:xfrm>
              <a:off x="10017509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25" name="Oval 1524">
              <a:extLst>
                <a:ext uri="{FF2B5EF4-FFF2-40B4-BE49-F238E27FC236}">
                  <a16:creationId xmlns:a16="http://schemas.microsoft.com/office/drawing/2014/main" id="{CBF725A1-2914-1B35-F9F8-5E071C5744D4}"/>
                </a:ext>
              </a:extLst>
            </p:cNvPr>
            <p:cNvSpPr/>
            <p:nvPr/>
          </p:nvSpPr>
          <p:spPr>
            <a:xfrm>
              <a:off x="1029153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31" name="Oval 1530">
              <a:extLst>
                <a:ext uri="{FF2B5EF4-FFF2-40B4-BE49-F238E27FC236}">
                  <a16:creationId xmlns:a16="http://schemas.microsoft.com/office/drawing/2014/main" id="{DD924B09-12B1-6506-3B8B-1CD211380797}"/>
                </a:ext>
              </a:extLst>
            </p:cNvPr>
            <p:cNvSpPr/>
            <p:nvPr/>
          </p:nvSpPr>
          <p:spPr>
            <a:xfrm>
              <a:off x="1013902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A62C7E-DF59-FE93-AFF3-9D642E76CA7C}"/>
              </a:ext>
            </a:extLst>
          </p:cNvPr>
          <p:cNvGrpSpPr/>
          <p:nvPr/>
        </p:nvGrpSpPr>
        <p:grpSpPr>
          <a:xfrm>
            <a:off x="10580409" y="3634307"/>
            <a:ext cx="686792" cy="965106"/>
            <a:chOff x="10580409" y="3634307"/>
            <a:chExt cx="686792" cy="965106"/>
          </a:xfrm>
        </p:grpSpPr>
        <p:sp>
          <p:nvSpPr>
            <p:cNvPr id="1594" name="Oval 1593">
              <a:extLst>
                <a:ext uri="{FF2B5EF4-FFF2-40B4-BE49-F238E27FC236}">
                  <a16:creationId xmlns:a16="http://schemas.microsoft.com/office/drawing/2014/main" id="{A5DF9F9E-09AE-21EA-F892-4CE4C852340E}"/>
                </a:ext>
              </a:extLst>
            </p:cNvPr>
            <p:cNvSpPr/>
            <p:nvPr/>
          </p:nvSpPr>
          <p:spPr>
            <a:xfrm>
              <a:off x="10732919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5" name="Oval 1594">
              <a:extLst>
                <a:ext uri="{FF2B5EF4-FFF2-40B4-BE49-F238E27FC236}">
                  <a16:creationId xmlns:a16="http://schemas.microsoft.com/office/drawing/2014/main" id="{C0004262-C198-338D-6DFE-3058C3A749D9}"/>
                </a:ext>
              </a:extLst>
            </p:cNvPr>
            <p:cNvSpPr/>
            <p:nvPr/>
          </p:nvSpPr>
          <p:spPr>
            <a:xfrm>
              <a:off x="1070750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6" name="Oval 1595">
              <a:extLst>
                <a:ext uri="{FF2B5EF4-FFF2-40B4-BE49-F238E27FC236}">
                  <a16:creationId xmlns:a16="http://schemas.microsoft.com/office/drawing/2014/main" id="{A69B4DF8-AE65-5216-1FAB-E8347FDD2CFC}"/>
                </a:ext>
              </a:extLst>
            </p:cNvPr>
            <p:cNvSpPr/>
            <p:nvPr/>
          </p:nvSpPr>
          <p:spPr>
            <a:xfrm>
              <a:off x="10682082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7" name="Oval 1596">
              <a:extLst>
                <a:ext uri="{FF2B5EF4-FFF2-40B4-BE49-F238E27FC236}">
                  <a16:creationId xmlns:a16="http://schemas.microsoft.com/office/drawing/2014/main" id="{9C056E41-724C-2758-771B-EF20036F6D65}"/>
                </a:ext>
              </a:extLst>
            </p:cNvPr>
            <p:cNvSpPr/>
            <p:nvPr/>
          </p:nvSpPr>
          <p:spPr>
            <a:xfrm>
              <a:off x="10656664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8" name="Oval 1597">
              <a:extLst>
                <a:ext uri="{FF2B5EF4-FFF2-40B4-BE49-F238E27FC236}">
                  <a16:creationId xmlns:a16="http://schemas.microsoft.com/office/drawing/2014/main" id="{C3993299-AFEE-3B82-0F59-99894C2445C9}"/>
                </a:ext>
              </a:extLst>
            </p:cNvPr>
            <p:cNvSpPr/>
            <p:nvPr/>
          </p:nvSpPr>
          <p:spPr>
            <a:xfrm>
              <a:off x="10631245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9" name="Oval 1598">
              <a:extLst>
                <a:ext uri="{FF2B5EF4-FFF2-40B4-BE49-F238E27FC236}">
                  <a16:creationId xmlns:a16="http://schemas.microsoft.com/office/drawing/2014/main" id="{4A73543A-761C-ADFC-2F27-EAC8D7101BBD}"/>
                </a:ext>
              </a:extLst>
            </p:cNvPr>
            <p:cNvSpPr/>
            <p:nvPr/>
          </p:nvSpPr>
          <p:spPr>
            <a:xfrm>
              <a:off x="10605827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EE395B3C-5D85-DF5F-DEA7-2C15A2F2A680}"/>
                </a:ext>
              </a:extLst>
            </p:cNvPr>
            <p:cNvSpPr/>
            <p:nvPr/>
          </p:nvSpPr>
          <p:spPr>
            <a:xfrm>
              <a:off x="1058040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3" name="Oval 1592">
              <a:extLst>
                <a:ext uri="{FF2B5EF4-FFF2-40B4-BE49-F238E27FC236}">
                  <a16:creationId xmlns:a16="http://schemas.microsoft.com/office/drawing/2014/main" id="{E1C01435-FE00-D0DA-8C45-E2CC2346C526}"/>
                </a:ext>
              </a:extLst>
            </p:cNvPr>
            <p:cNvSpPr/>
            <p:nvPr/>
          </p:nvSpPr>
          <p:spPr>
            <a:xfrm>
              <a:off x="1072733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86" name="Oval 1585">
              <a:extLst>
                <a:ext uri="{FF2B5EF4-FFF2-40B4-BE49-F238E27FC236}">
                  <a16:creationId xmlns:a16="http://schemas.microsoft.com/office/drawing/2014/main" id="{E0D8883F-4F74-461C-545A-B17F5C743606}"/>
                </a:ext>
              </a:extLst>
            </p:cNvPr>
            <p:cNvSpPr/>
            <p:nvPr/>
          </p:nvSpPr>
          <p:spPr>
            <a:xfrm>
              <a:off x="1087426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79" name="Oval 1578">
              <a:extLst>
                <a:ext uri="{FF2B5EF4-FFF2-40B4-BE49-F238E27FC236}">
                  <a16:creationId xmlns:a16="http://schemas.microsoft.com/office/drawing/2014/main" id="{1A536885-71AB-1CC9-D4A9-3E71044AC69D}"/>
                </a:ext>
              </a:extLst>
            </p:cNvPr>
            <p:cNvSpPr/>
            <p:nvPr/>
          </p:nvSpPr>
          <p:spPr>
            <a:xfrm>
              <a:off x="1102119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72" name="Oval 1571">
              <a:extLst>
                <a:ext uri="{FF2B5EF4-FFF2-40B4-BE49-F238E27FC236}">
                  <a16:creationId xmlns:a16="http://schemas.microsoft.com/office/drawing/2014/main" id="{735BAA69-DB96-EBC7-B82B-9D918FD232AB}"/>
                </a:ext>
              </a:extLst>
            </p:cNvPr>
            <p:cNvSpPr/>
            <p:nvPr/>
          </p:nvSpPr>
          <p:spPr>
            <a:xfrm>
              <a:off x="1116812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D5652D5-94F6-8168-5166-0AA1BE786BFD}"/>
              </a:ext>
            </a:extLst>
          </p:cNvPr>
          <p:cNvGrpSpPr/>
          <p:nvPr/>
        </p:nvGrpSpPr>
        <p:grpSpPr>
          <a:xfrm>
            <a:off x="11609517" y="3634307"/>
            <a:ext cx="839303" cy="965106"/>
            <a:chOff x="11609517" y="3634307"/>
            <a:chExt cx="839303" cy="965106"/>
          </a:xfrm>
        </p:grpSpPr>
        <p:sp>
          <p:nvSpPr>
            <p:cNvPr id="1635" name="Oval 1634">
              <a:extLst>
                <a:ext uri="{FF2B5EF4-FFF2-40B4-BE49-F238E27FC236}">
                  <a16:creationId xmlns:a16="http://schemas.microsoft.com/office/drawing/2014/main" id="{990614E8-72DD-B0C5-25A1-31FA58AE0BBF}"/>
                </a:ext>
              </a:extLst>
            </p:cNvPr>
            <p:cNvSpPr/>
            <p:nvPr/>
          </p:nvSpPr>
          <p:spPr>
            <a:xfrm>
              <a:off x="1176202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36" name="Oval 1635">
              <a:extLst>
                <a:ext uri="{FF2B5EF4-FFF2-40B4-BE49-F238E27FC236}">
                  <a16:creationId xmlns:a16="http://schemas.microsoft.com/office/drawing/2014/main" id="{61570807-3EC5-1A23-AA10-42FBCD892A39}"/>
                </a:ext>
              </a:extLst>
            </p:cNvPr>
            <p:cNvSpPr/>
            <p:nvPr/>
          </p:nvSpPr>
          <p:spPr>
            <a:xfrm>
              <a:off x="11736610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37" name="Oval 1636">
              <a:extLst>
                <a:ext uri="{FF2B5EF4-FFF2-40B4-BE49-F238E27FC236}">
                  <a16:creationId xmlns:a16="http://schemas.microsoft.com/office/drawing/2014/main" id="{C5034632-1DEE-C979-964F-474D10E6EFC8}"/>
                </a:ext>
              </a:extLst>
            </p:cNvPr>
            <p:cNvSpPr/>
            <p:nvPr/>
          </p:nvSpPr>
          <p:spPr>
            <a:xfrm>
              <a:off x="1171119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38" name="Oval 1637">
              <a:extLst>
                <a:ext uri="{FF2B5EF4-FFF2-40B4-BE49-F238E27FC236}">
                  <a16:creationId xmlns:a16="http://schemas.microsoft.com/office/drawing/2014/main" id="{062B6FC0-914D-7480-867F-C04317D0A334}"/>
                </a:ext>
              </a:extLst>
            </p:cNvPr>
            <p:cNvSpPr/>
            <p:nvPr/>
          </p:nvSpPr>
          <p:spPr>
            <a:xfrm>
              <a:off x="11685773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39" name="Oval 1638">
              <a:extLst>
                <a:ext uri="{FF2B5EF4-FFF2-40B4-BE49-F238E27FC236}">
                  <a16:creationId xmlns:a16="http://schemas.microsoft.com/office/drawing/2014/main" id="{B939D84D-5F2E-5A15-A003-9642EAF51BD3}"/>
                </a:ext>
              </a:extLst>
            </p:cNvPr>
            <p:cNvSpPr/>
            <p:nvPr/>
          </p:nvSpPr>
          <p:spPr>
            <a:xfrm>
              <a:off x="1166035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40" name="Oval 1639">
              <a:extLst>
                <a:ext uri="{FF2B5EF4-FFF2-40B4-BE49-F238E27FC236}">
                  <a16:creationId xmlns:a16="http://schemas.microsoft.com/office/drawing/2014/main" id="{01FED5B4-AF7F-6486-16A2-2452BDB6C667}"/>
                </a:ext>
              </a:extLst>
            </p:cNvPr>
            <p:cNvSpPr/>
            <p:nvPr/>
          </p:nvSpPr>
          <p:spPr>
            <a:xfrm>
              <a:off x="11634936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41" name="Oval 1640">
              <a:extLst>
                <a:ext uri="{FF2B5EF4-FFF2-40B4-BE49-F238E27FC236}">
                  <a16:creationId xmlns:a16="http://schemas.microsoft.com/office/drawing/2014/main" id="{520BDC69-A270-60E6-7B6A-C9BE0D972721}"/>
                </a:ext>
              </a:extLst>
            </p:cNvPr>
            <p:cNvSpPr/>
            <p:nvPr/>
          </p:nvSpPr>
          <p:spPr>
            <a:xfrm>
              <a:off x="1160951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29" name="Oval 1628">
              <a:extLst>
                <a:ext uri="{FF2B5EF4-FFF2-40B4-BE49-F238E27FC236}">
                  <a16:creationId xmlns:a16="http://schemas.microsoft.com/office/drawing/2014/main" id="{7C51B130-8EE7-F904-36DA-621213854C15}"/>
                </a:ext>
              </a:extLst>
            </p:cNvPr>
            <p:cNvSpPr/>
            <p:nvPr/>
          </p:nvSpPr>
          <p:spPr>
            <a:xfrm>
              <a:off x="11883540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23" name="Oval 1622">
              <a:extLst>
                <a:ext uri="{FF2B5EF4-FFF2-40B4-BE49-F238E27FC236}">
                  <a16:creationId xmlns:a16="http://schemas.microsoft.com/office/drawing/2014/main" id="{EDD4BD62-3105-ADF0-62F4-B4AD5CBF3E93}"/>
                </a:ext>
              </a:extLst>
            </p:cNvPr>
            <p:cNvSpPr/>
            <p:nvPr/>
          </p:nvSpPr>
          <p:spPr>
            <a:xfrm>
              <a:off x="12005052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15" name="Oval 1614">
              <a:extLst>
                <a:ext uri="{FF2B5EF4-FFF2-40B4-BE49-F238E27FC236}">
                  <a16:creationId xmlns:a16="http://schemas.microsoft.com/office/drawing/2014/main" id="{EB82BF88-AA38-A6C8-6A27-6A1460554A78}"/>
                </a:ext>
              </a:extLst>
            </p:cNvPr>
            <p:cNvSpPr/>
            <p:nvPr/>
          </p:nvSpPr>
          <p:spPr>
            <a:xfrm>
              <a:off x="1217740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07" name="Oval 1606">
              <a:extLst>
                <a:ext uri="{FF2B5EF4-FFF2-40B4-BE49-F238E27FC236}">
                  <a16:creationId xmlns:a16="http://schemas.microsoft.com/office/drawing/2014/main" id="{FB587CF6-5980-B0AC-3442-28C66A552490}"/>
                </a:ext>
              </a:extLst>
            </p:cNvPr>
            <p:cNvSpPr/>
            <p:nvPr/>
          </p:nvSpPr>
          <p:spPr>
            <a:xfrm>
              <a:off x="1234974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08" name="Oval 1607">
              <a:extLst>
                <a:ext uri="{FF2B5EF4-FFF2-40B4-BE49-F238E27FC236}">
                  <a16:creationId xmlns:a16="http://schemas.microsoft.com/office/drawing/2014/main" id="{BA0AF5CF-E60B-AB0F-36DB-04B40A8F1662}"/>
                </a:ext>
              </a:extLst>
            </p:cNvPr>
            <p:cNvSpPr/>
            <p:nvPr/>
          </p:nvSpPr>
          <p:spPr>
            <a:xfrm>
              <a:off x="12324330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E3A68BA2-6B5A-9BE4-52AB-7B7228B99C80}"/>
                </a:ext>
              </a:extLst>
            </p:cNvPr>
            <p:cNvSpPr/>
            <p:nvPr/>
          </p:nvSpPr>
          <p:spPr>
            <a:xfrm>
              <a:off x="1229891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10" name="Oval 1609">
              <a:extLst>
                <a:ext uri="{FF2B5EF4-FFF2-40B4-BE49-F238E27FC236}">
                  <a16:creationId xmlns:a16="http://schemas.microsoft.com/office/drawing/2014/main" id="{3139811F-79D5-ECBB-4173-D8CC7B6FC3E4}"/>
                </a:ext>
              </a:extLst>
            </p:cNvPr>
            <p:cNvSpPr/>
            <p:nvPr/>
          </p:nvSpPr>
          <p:spPr>
            <a:xfrm>
              <a:off x="12273493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11" name="Oval 1610">
              <a:extLst>
                <a:ext uri="{FF2B5EF4-FFF2-40B4-BE49-F238E27FC236}">
                  <a16:creationId xmlns:a16="http://schemas.microsoft.com/office/drawing/2014/main" id="{8D92A1FA-7D8A-FAD3-7899-636F59542813}"/>
                </a:ext>
              </a:extLst>
            </p:cNvPr>
            <p:cNvSpPr/>
            <p:nvPr/>
          </p:nvSpPr>
          <p:spPr>
            <a:xfrm>
              <a:off x="1224807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12" name="Oval 1611">
              <a:extLst>
                <a:ext uri="{FF2B5EF4-FFF2-40B4-BE49-F238E27FC236}">
                  <a16:creationId xmlns:a16="http://schemas.microsoft.com/office/drawing/2014/main" id="{509570A5-B023-500D-922C-96221D3DA937}"/>
                </a:ext>
              </a:extLst>
            </p:cNvPr>
            <p:cNvSpPr/>
            <p:nvPr/>
          </p:nvSpPr>
          <p:spPr>
            <a:xfrm>
              <a:off x="12222656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13" name="Oval 1612">
              <a:extLst>
                <a:ext uri="{FF2B5EF4-FFF2-40B4-BE49-F238E27FC236}">
                  <a16:creationId xmlns:a16="http://schemas.microsoft.com/office/drawing/2014/main" id="{0FD8DC19-A51D-2398-0143-ABC6A1D24ECD}"/>
                </a:ext>
              </a:extLst>
            </p:cNvPr>
            <p:cNvSpPr/>
            <p:nvPr/>
          </p:nvSpPr>
          <p:spPr>
            <a:xfrm>
              <a:off x="12197238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12206C-6F45-81F0-CCDB-B8EA2302166C}"/>
              </a:ext>
            </a:extLst>
          </p:cNvPr>
          <p:cNvGrpSpPr/>
          <p:nvPr/>
        </p:nvGrpSpPr>
        <p:grpSpPr>
          <a:xfrm>
            <a:off x="-739790" y="3634307"/>
            <a:ext cx="788466" cy="965106"/>
            <a:chOff x="-739790" y="3634307"/>
            <a:chExt cx="788466" cy="965106"/>
          </a:xfrm>
        </p:grpSpPr>
        <p:sp>
          <p:nvSpPr>
            <p:cNvPr id="1678" name="Oval 1677">
              <a:extLst>
                <a:ext uri="{FF2B5EF4-FFF2-40B4-BE49-F238E27FC236}">
                  <a16:creationId xmlns:a16="http://schemas.microsoft.com/office/drawing/2014/main" id="{529F4AA0-3100-BA08-6ED6-AC315F521F6E}"/>
                </a:ext>
              </a:extLst>
            </p:cNvPr>
            <p:cNvSpPr/>
            <p:nvPr/>
          </p:nvSpPr>
          <p:spPr>
            <a:xfrm>
              <a:off x="-63811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79" name="Oval 1678">
              <a:extLst>
                <a:ext uri="{FF2B5EF4-FFF2-40B4-BE49-F238E27FC236}">
                  <a16:creationId xmlns:a16="http://schemas.microsoft.com/office/drawing/2014/main" id="{8E152959-FF03-749E-DB9D-8C83E009E933}"/>
                </a:ext>
              </a:extLst>
            </p:cNvPr>
            <p:cNvSpPr/>
            <p:nvPr/>
          </p:nvSpPr>
          <p:spPr>
            <a:xfrm>
              <a:off x="-66353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80" name="Oval 1679">
              <a:extLst>
                <a:ext uri="{FF2B5EF4-FFF2-40B4-BE49-F238E27FC236}">
                  <a16:creationId xmlns:a16="http://schemas.microsoft.com/office/drawing/2014/main" id="{A776E6B4-39C4-B709-B4B3-58C6EE78BEE6}"/>
                </a:ext>
              </a:extLst>
            </p:cNvPr>
            <p:cNvSpPr/>
            <p:nvPr/>
          </p:nvSpPr>
          <p:spPr>
            <a:xfrm>
              <a:off x="-68895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81" name="Oval 1680">
              <a:extLst>
                <a:ext uri="{FF2B5EF4-FFF2-40B4-BE49-F238E27FC236}">
                  <a16:creationId xmlns:a16="http://schemas.microsoft.com/office/drawing/2014/main" id="{F2752836-7558-F5D9-92D0-A354CF0BDFCB}"/>
                </a:ext>
              </a:extLst>
            </p:cNvPr>
            <p:cNvSpPr/>
            <p:nvPr/>
          </p:nvSpPr>
          <p:spPr>
            <a:xfrm>
              <a:off x="-71437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82" name="Oval 1681">
              <a:extLst>
                <a:ext uri="{FF2B5EF4-FFF2-40B4-BE49-F238E27FC236}">
                  <a16:creationId xmlns:a16="http://schemas.microsoft.com/office/drawing/2014/main" id="{8170FE61-2691-1F26-D0CC-5BA12CF1EDC4}"/>
                </a:ext>
              </a:extLst>
            </p:cNvPr>
            <p:cNvSpPr/>
            <p:nvPr/>
          </p:nvSpPr>
          <p:spPr>
            <a:xfrm>
              <a:off x="-73979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70" name="Oval 1669">
              <a:extLst>
                <a:ext uri="{FF2B5EF4-FFF2-40B4-BE49-F238E27FC236}">
                  <a16:creationId xmlns:a16="http://schemas.microsoft.com/office/drawing/2014/main" id="{87633C3A-DD24-3F0A-2ABA-D286BDB12FC9}"/>
                </a:ext>
              </a:extLst>
            </p:cNvPr>
            <p:cNvSpPr/>
            <p:nvPr/>
          </p:nvSpPr>
          <p:spPr>
            <a:xfrm>
              <a:off x="-465767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73" name="Oval 1672">
              <a:extLst>
                <a:ext uri="{FF2B5EF4-FFF2-40B4-BE49-F238E27FC236}">
                  <a16:creationId xmlns:a16="http://schemas.microsoft.com/office/drawing/2014/main" id="{A3FA2707-4BA3-E135-EC37-319B2972BABF}"/>
                </a:ext>
              </a:extLst>
            </p:cNvPr>
            <p:cNvSpPr/>
            <p:nvPr/>
          </p:nvSpPr>
          <p:spPr>
            <a:xfrm>
              <a:off x="-54202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62" name="Oval 1661">
              <a:extLst>
                <a:ext uri="{FF2B5EF4-FFF2-40B4-BE49-F238E27FC236}">
                  <a16:creationId xmlns:a16="http://schemas.microsoft.com/office/drawing/2014/main" id="{8EF96E54-E5C3-2CEE-47AC-C2B9915F3825}"/>
                </a:ext>
              </a:extLst>
            </p:cNvPr>
            <p:cNvSpPr/>
            <p:nvPr/>
          </p:nvSpPr>
          <p:spPr>
            <a:xfrm>
              <a:off x="-293419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66" name="Oval 1665">
              <a:extLst>
                <a:ext uri="{FF2B5EF4-FFF2-40B4-BE49-F238E27FC236}">
                  <a16:creationId xmlns:a16="http://schemas.microsoft.com/office/drawing/2014/main" id="{A28202E5-1915-B6D5-034F-2643772581D2}"/>
                </a:ext>
              </a:extLst>
            </p:cNvPr>
            <p:cNvSpPr/>
            <p:nvPr/>
          </p:nvSpPr>
          <p:spPr>
            <a:xfrm>
              <a:off x="-39509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56" name="Oval 1655">
              <a:extLst>
                <a:ext uri="{FF2B5EF4-FFF2-40B4-BE49-F238E27FC236}">
                  <a16:creationId xmlns:a16="http://schemas.microsoft.com/office/drawing/2014/main" id="{5456B336-9D43-F742-CE96-DE2B3918FC29}"/>
                </a:ext>
              </a:extLst>
            </p:cNvPr>
            <p:cNvSpPr/>
            <p:nvPr/>
          </p:nvSpPr>
          <p:spPr>
            <a:xfrm>
              <a:off x="-171907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59" name="Oval 1658">
              <a:extLst>
                <a:ext uri="{FF2B5EF4-FFF2-40B4-BE49-F238E27FC236}">
                  <a16:creationId xmlns:a16="http://schemas.microsoft.com/office/drawing/2014/main" id="{AE19526A-CE06-4BF9-836C-F1D9C62B9100}"/>
                </a:ext>
              </a:extLst>
            </p:cNvPr>
            <p:cNvSpPr/>
            <p:nvPr/>
          </p:nvSpPr>
          <p:spPr>
            <a:xfrm>
              <a:off x="-24816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50" name="Oval 1649">
              <a:extLst>
                <a:ext uri="{FF2B5EF4-FFF2-40B4-BE49-F238E27FC236}">
                  <a16:creationId xmlns:a16="http://schemas.microsoft.com/office/drawing/2014/main" id="{959CEDF6-91CE-08FF-1ABC-F389073A37B5}"/>
                </a:ext>
              </a:extLst>
            </p:cNvPr>
            <p:cNvSpPr/>
            <p:nvPr/>
          </p:nvSpPr>
          <p:spPr>
            <a:xfrm>
              <a:off x="-5039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E8102040-5FFD-00FB-94D5-A5DEC492AB68}"/>
                </a:ext>
              </a:extLst>
            </p:cNvPr>
            <p:cNvSpPr/>
            <p:nvPr/>
          </p:nvSpPr>
          <p:spPr>
            <a:xfrm>
              <a:off x="-7581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52" name="Oval 1651">
              <a:extLst>
                <a:ext uri="{FF2B5EF4-FFF2-40B4-BE49-F238E27FC236}">
                  <a16:creationId xmlns:a16="http://schemas.microsoft.com/office/drawing/2014/main" id="{A93EA60D-DE7E-7E36-47C5-508613F94E38}"/>
                </a:ext>
              </a:extLst>
            </p:cNvPr>
            <p:cNvSpPr/>
            <p:nvPr/>
          </p:nvSpPr>
          <p:spPr>
            <a:xfrm>
              <a:off x="-10123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53" name="Oval 1652">
              <a:extLst>
                <a:ext uri="{FF2B5EF4-FFF2-40B4-BE49-F238E27FC236}">
                  <a16:creationId xmlns:a16="http://schemas.microsoft.com/office/drawing/2014/main" id="{CE150276-6200-FACC-1E6F-87A2F9A44724}"/>
                </a:ext>
              </a:extLst>
            </p:cNvPr>
            <p:cNvSpPr/>
            <p:nvPr/>
          </p:nvSpPr>
          <p:spPr>
            <a:xfrm>
              <a:off x="-12665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54" name="Oval 1653">
              <a:extLst>
                <a:ext uri="{FF2B5EF4-FFF2-40B4-BE49-F238E27FC236}">
                  <a16:creationId xmlns:a16="http://schemas.microsoft.com/office/drawing/2014/main" id="{18CA262E-79F8-F7BD-7455-95D5ED3D20FA}"/>
                </a:ext>
              </a:extLst>
            </p:cNvPr>
            <p:cNvSpPr/>
            <p:nvPr/>
          </p:nvSpPr>
          <p:spPr>
            <a:xfrm>
              <a:off x="-15207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6DB166-0DD2-BD8E-126E-D14500FDB2F2}"/>
              </a:ext>
            </a:extLst>
          </p:cNvPr>
          <p:cNvGrpSpPr/>
          <p:nvPr/>
        </p:nvGrpSpPr>
        <p:grpSpPr>
          <a:xfrm>
            <a:off x="-778772" y="2077018"/>
            <a:ext cx="788466" cy="965106"/>
            <a:chOff x="-778772" y="2077018"/>
            <a:chExt cx="788466" cy="965106"/>
          </a:xfrm>
        </p:grpSpPr>
        <p:sp>
          <p:nvSpPr>
            <p:cNvPr id="1759" name="Oval 1758">
              <a:extLst>
                <a:ext uri="{FF2B5EF4-FFF2-40B4-BE49-F238E27FC236}">
                  <a16:creationId xmlns:a16="http://schemas.microsoft.com/office/drawing/2014/main" id="{94B65ADE-DD2E-B1FF-A060-E803B1CB56E2}"/>
                </a:ext>
              </a:extLst>
            </p:cNvPr>
            <p:cNvSpPr/>
            <p:nvPr/>
          </p:nvSpPr>
          <p:spPr>
            <a:xfrm>
              <a:off x="-677098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60" name="Oval 1759">
              <a:extLst>
                <a:ext uri="{FF2B5EF4-FFF2-40B4-BE49-F238E27FC236}">
                  <a16:creationId xmlns:a16="http://schemas.microsoft.com/office/drawing/2014/main" id="{BFF1A2FD-9623-784C-E588-70553C6AE3E4}"/>
                </a:ext>
              </a:extLst>
            </p:cNvPr>
            <p:cNvSpPr/>
            <p:nvPr/>
          </p:nvSpPr>
          <p:spPr>
            <a:xfrm>
              <a:off x="-702517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62" name="Oval 1761">
              <a:extLst>
                <a:ext uri="{FF2B5EF4-FFF2-40B4-BE49-F238E27FC236}">
                  <a16:creationId xmlns:a16="http://schemas.microsoft.com/office/drawing/2014/main" id="{C908BE60-756B-5D14-9676-077399D372B5}"/>
                </a:ext>
              </a:extLst>
            </p:cNvPr>
            <p:cNvSpPr/>
            <p:nvPr/>
          </p:nvSpPr>
          <p:spPr>
            <a:xfrm>
              <a:off x="-753354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63" name="Oval 1762">
              <a:extLst>
                <a:ext uri="{FF2B5EF4-FFF2-40B4-BE49-F238E27FC236}">
                  <a16:creationId xmlns:a16="http://schemas.microsoft.com/office/drawing/2014/main" id="{5BC16250-EAE1-B6CE-BFFF-68D6EB035553}"/>
                </a:ext>
              </a:extLst>
            </p:cNvPr>
            <p:cNvSpPr/>
            <p:nvPr/>
          </p:nvSpPr>
          <p:spPr>
            <a:xfrm>
              <a:off x="-778772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51" name="Oval 1750">
              <a:extLst>
                <a:ext uri="{FF2B5EF4-FFF2-40B4-BE49-F238E27FC236}">
                  <a16:creationId xmlns:a16="http://schemas.microsoft.com/office/drawing/2014/main" id="{D24BC06B-B319-7F7C-DBC2-C1CD75F8ED05}"/>
                </a:ext>
              </a:extLst>
            </p:cNvPr>
            <p:cNvSpPr/>
            <p:nvPr/>
          </p:nvSpPr>
          <p:spPr>
            <a:xfrm>
              <a:off x="-50474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57" name="Oval 1756">
              <a:extLst>
                <a:ext uri="{FF2B5EF4-FFF2-40B4-BE49-F238E27FC236}">
                  <a16:creationId xmlns:a16="http://schemas.microsoft.com/office/drawing/2014/main" id="{5BBD7DF3-2B2D-1C16-F3D0-66484ABCF25B}"/>
                </a:ext>
              </a:extLst>
            </p:cNvPr>
            <p:cNvSpPr/>
            <p:nvPr/>
          </p:nvSpPr>
          <p:spPr>
            <a:xfrm>
              <a:off x="-657260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AF0D0358-393F-2B95-8977-15C0A6DC0569}"/>
                </a:ext>
              </a:extLst>
            </p:cNvPr>
            <p:cNvSpPr/>
            <p:nvPr/>
          </p:nvSpPr>
          <p:spPr>
            <a:xfrm>
              <a:off x="-35781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50" name="Oval 1749">
              <a:extLst>
                <a:ext uri="{FF2B5EF4-FFF2-40B4-BE49-F238E27FC236}">
                  <a16:creationId xmlns:a16="http://schemas.microsoft.com/office/drawing/2014/main" id="{05D6D7D2-939F-FCD8-3419-BE606196742C}"/>
                </a:ext>
              </a:extLst>
            </p:cNvPr>
            <p:cNvSpPr/>
            <p:nvPr/>
          </p:nvSpPr>
          <p:spPr>
            <a:xfrm>
              <a:off x="-510330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EA46140A-3FD4-DF20-C77A-BE9875CAC5AB}"/>
                </a:ext>
              </a:extLst>
            </p:cNvPr>
            <p:cNvSpPr/>
            <p:nvPr/>
          </p:nvSpPr>
          <p:spPr>
            <a:xfrm>
              <a:off x="-21088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43" name="Oval 1742">
              <a:extLst>
                <a:ext uri="{FF2B5EF4-FFF2-40B4-BE49-F238E27FC236}">
                  <a16:creationId xmlns:a16="http://schemas.microsoft.com/office/drawing/2014/main" id="{D467EAE0-02CF-11AE-C4F7-7E9D4DA5906C}"/>
                </a:ext>
              </a:extLst>
            </p:cNvPr>
            <p:cNvSpPr/>
            <p:nvPr/>
          </p:nvSpPr>
          <p:spPr>
            <a:xfrm>
              <a:off x="-363399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D8666898-239B-A159-FF90-6D378D8879FF}"/>
                </a:ext>
              </a:extLst>
            </p:cNvPr>
            <p:cNvSpPr/>
            <p:nvPr/>
          </p:nvSpPr>
          <p:spPr>
            <a:xfrm>
              <a:off x="-89378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FAF88A68-0DD3-BDED-2AA7-99232A89128C}"/>
                </a:ext>
              </a:extLst>
            </p:cNvPr>
            <p:cNvSpPr/>
            <p:nvPr/>
          </p:nvSpPr>
          <p:spPr>
            <a:xfrm>
              <a:off x="-114797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34" name="Oval 1733">
              <a:extLst>
                <a:ext uri="{FF2B5EF4-FFF2-40B4-BE49-F238E27FC236}">
                  <a16:creationId xmlns:a16="http://schemas.microsoft.com/office/drawing/2014/main" id="{66FCB70E-EDC2-411F-00C2-F9AD24E5C00F}"/>
                </a:ext>
              </a:extLst>
            </p:cNvPr>
            <p:cNvSpPr/>
            <p:nvPr/>
          </p:nvSpPr>
          <p:spPr>
            <a:xfrm>
              <a:off x="-165633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35" name="Oval 1734">
              <a:extLst>
                <a:ext uri="{FF2B5EF4-FFF2-40B4-BE49-F238E27FC236}">
                  <a16:creationId xmlns:a16="http://schemas.microsoft.com/office/drawing/2014/main" id="{D451758C-FB5D-B94A-4C69-F19CFD1906CF}"/>
                </a:ext>
              </a:extLst>
            </p:cNvPr>
            <p:cNvSpPr/>
            <p:nvPr/>
          </p:nvSpPr>
          <p:spPr>
            <a:xfrm>
              <a:off x="-191052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F199570-AB09-54B1-C15A-0F5771802606}"/>
              </a:ext>
            </a:extLst>
          </p:cNvPr>
          <p:cNvGrpSpPr/>
          <p:nvPr/>
        </p:nvGrpSpPr>
        <p:grpSpPr>
          <a:xfrm>
            <a:off x="818005" y="2077018"/>
            <a:ext cx="251583" cy="965106"/>
            <a:chOff x="818005" y="2077018"/>
            <a:chExt cx="251583" cy="965106"/>
          </a:xfrm>
        </p:grpSpPr>
        <p:sp>
          <p:nvSpPr>
            <p:cNvPr id="1771" name="Oval 1770">
              <a:extLst>
                <a:ext uri="{FF2B5EF4-FFF2-40B4-BE49-F238E27FC236}">
                  <a16:creationId xmlns:a16="http://schemas.microsoft.com/office/drawing/2014/main" id="{E79A42FA-1A1A-8941-25FF-FFFA90FF2645}"/>
                </a:ext>
              </a:extLst>
            </p:cNvPr>
            <p:cNvSpPr/>
            <p:nvPr/>
          </p:nvSpPr>
          <p:spPr>
            <a:xfrm>
              <a:off x="970516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72" name="Oval 1771">
              <a:extLst>
                <a:ext uri="{FF2B5EF4-FFF2-40B4-BE49-F238E27FC236}">
                  <a16:creationId xmlns:a16="http://schemas.microsoft.com/office/drawing/2014/main" id="{158EA34F-670D-686F-47FD-57BBBEA57850}"/>
                </a:ext>
              </a:extLst>
            </p:cNvPr>
            <p:cNvSpPr/>
            <p:nvPr/>
          </p:nvSpPr>
          <p:spPr>
            <a:xfrm>
              <a:off x="945097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73" name="Oval 1772">
              <a:extLst>
                <a:ext uri="{FF2B5EF4-FFF2-40B4-BE49-F238E27FC236}">
                  <a16:creationId xmlns:a16="http://schemas.microsoft.com/office/drawing/2014/main" id="{3DA21FB7-405E-9272-5723-A9075348A0AC}"/>
                </a:ext>
              </a:extLst>
            </p:cNvPr>
            <p:cNvSpPr/>
            <p:nvPr/>
          </p:nvSpPr>
          <p:spPr>
            <a:xfrm>
              <a:off x="919679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75" name="Oval 1774">
              <a:extLst>
                <a:ext uri="{FF2B5EF4-FFF2-40B4-BE49-F238E27FC236}">
                  <a16:creationId xmlns:a16="http://schemas.microsoft.com/office/drawing/2014/main" id="{DE9249A1-D98F-B947-BE96-D5B656CF8441}"/>
                </a:ext>
              </a:extLst>
            </p:cNvPr>
            <p:cNvSpPr/>
            <p:nvPr/>
          </p:nvSpPr>
          <p:spPr>
            <a:xfrm>
              <a:off x="868842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76" name="Oval 1775">
              <a:extLst>
                <a:ext uri="{FF2B5EF4-FFF2-40B4-BE49-F238E27FC236}">
                  <a16:creationId xmlns:a16="http://schemas.microsoft.com/office/drawing/2014/main" id="{A492EDA0-1AB5-AB83-825F-6DBBEF9CD30B}"/>
                </a:ext>
              </a:extLst>
            </p:cNvPr>
            <p:cNvSpPr/>
            <p:nvPr/>
          </p:nvSpPr>
          <p:spPr>
            <a:xfrm>
              <a:off x="843423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77" name="Oval 1776">
              <a:extLst>
                <a:ext uri="{FF2B5EF4-FFF2-40B4-BE49-F238E27FC236}">
                  <a16:creationId xmlns:a16="http://schemas.microsoft.com/office/drawing/2014/main" id="{6DE45D91-A79C-A9EF-9B84-A0C88A5B0794}"/>
                </a:ext>
              </a:extLst>
            </p:cNvPr>
            <p:cNvSpPr/>
            <p:nvPr/>
          </p:nvSpPr>
          <p:spPr>
            <a:xfrm>
              <a:off x="818005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8E74013-CAD6-6922-09F1-A063AE3CA66E}"/>
              </a:ext>
            </a:extLst>
          </p:cNvPr>
          <p:cNvGrpSpPr/>
          <p:nvPr/>
        </p:nvGrpSpPr>
        <p:grpSpPr>
          <a:xfrm>
            <a:off x="1290179" y="2077018"/>
            <a:ext cx="788466" cy="965106"/>
            <a:chOff x="1290179" y="2077018"/>
            <a:chExt cx="788466" cy="965106"/>
          </a:xfrm>
        </p:grpSpPr>
        <p:sp>
          <p:nvSpPr>
            <p:cNvPr id="1844" name="Oval 1843">
              <a:extLst>
                <a:ext uri="{FF2B5EF4-FFF2-40B4-BE49-F238E27FC236}">
                  <a16:creationId xmlns:a16="http://schemas.microsoft.com/office/drawing/2014/main" id="{14683A66-A265-4D04-53E9-1A2BB6DBCB69}"/>
                </a:ext>
              </a:extLst>
            </p:cNvPr>
            <p:cNvSpPr/>
            <p:nvPr/>
          </p:nvSpPr>
          <p:spPr>
            <a:xfrm>
              <a:off x="1315597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45" name="Oval 1844">
              <a:extLst>
                <a:ext uri="{FF2B5EF4-FFF2-40B4-BE49-F238E27FC236}">
                  <a16:creationId xmlns:a16="http://schemas.microsoft.com/office/drawing/2014/main" id="{218797B1-A7DD-1180-9C5A-306A96E8B6D8}"/>
                </a:ext>
              </a:extLst>
            </p:cNvPr>
            <p:cNvSpPr/>
            <p:nvPr/>
          </p:nvSpPr>
          <p:spPr>
            <a:xfrm>
              <a:off x="1290179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33" name="Oval 1832">
              <a:extLst>
                <a:ext uri="{FF2B5EF4-FFF2-40B4-BE49-F238E27FC236}">
                  <a16:creationId xmlns:a16="http://schemas.microsoft.com/office/drawing/2014/main" id="{F0BA7727-4334-7521-838A-98FFF03C8A95}"/>
                </a:ext>
              </a:extLst>
            </p:cNvPr>
            <p:cNvSpPr/>
            <p:nvPr/>
          </p:nvSpPr>
          <p:spPr>
            <a:xfrm>
              <a:off x="1564201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36" name="Oval 1835">
              <a:extLst>
                <a:ext uri="{FF2B5EF4-FFF2-40B4-BE49-F238E27FC236}">
                  <a16:creationId xmlns:a16="http://schemas.microsoft.com/office/drawing/2014/main" id="{20A05AF9-C027-E4FD-538D-256029655C04}"/>
                </a:ext>
              </a:extLst>
            </p:cNvPr>
            <p:cNvSpPr/>
            <p:nvPr/>
          </p:nvSpPr>
          <p:spPr>
            <a:xfrm>
              <a:off x="1487946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39" name="Oval 1838">
              <a:extLst>
                <a:ext uri="{FF2B5EF4-FFF2-40B4-BE49-F238E27FC236}">
                  <a16:creationId xmlns:a16="http://schemas.microsoft.com/office/drawing/2014/main" id="{A4B7E2D6-3D90-C296-646D-E35E6C9D2933}"/>
                </a:ext>
              </a:extLst>
            </p:cNvPr>
            <p:cNvSpPr/>
            <p:nvPr/>
          </p:nvSpPr>
          <p:spPr>
            <a:xfrm>
              <a:off x="141169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26" name="Oval 1825">
              <a:extLst>
                <a:ext uri="{FF2B5EF4-FFF2-40B4-BE49-F238E27FC236}">
                  <a16:creationId xmlns:a16="http://schemas.microsoft.com/office/drawing/2014/main" id="{2F90E082-90FD-F7B5-1DD0-3AB4C54DE431}"/>
                </a:ext>
              </a:extLst>
            </p:cNvPr>
            <p:cNvSpPr/>
            <p:nvPr/>
          </p:nvSpPr>
          <p:spPr>
            <a:xfrm>
              <a:off x="171113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29" name="Oval 1828">
              <a:extLst>
                <a:ext uri="{FF2B5EF4-FFF2-40B4-BE49-F238E27FC236}">
                  <a16:creationId xmlns:a16="http://schemas.microsoft.com/office/drawing/2014/main" id="{31DF3ACF-9DD5-73E4-843E-AC416EDA399A}"/>
                </a:ext>
              </a:extLst>
            </p:cNvPr>
            <p:cNvSpPr/>
            <p:nvPr/>
          </p:nvSpPr>
          <p:spPr>
            <a:xfrm>
              <a:off x="1634876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32" name="Oval 1831">
              <a:extLst>
                <a:ext uri="{FF2B5EF4-FFF2-40B4-BE49-F238E27FC236}">
                  <a16:creationId xmlns:a16="http://schemas.microsoft.com/office/drawing/2014/main" id="{BC9EE5E9-4DBD-5AF3-3F61-74EDABD6DE2A}"/>
                </a:ext>
              </a:extLst>
            </p:cNvPr>
            <p:cNvSpPr/>
            <p:nvPr/>
          </p:nvSpPr>
          <p:spPr>
            <a:xfrm>
              <a:off x="155862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19" name="Oval 1818">
              <a:extLst>
                <a:ext uri="{FF2B5EF4-FFF2-40B4-BE49-F238E27FC236}">
                  <a16:creationId xmlns:a16="http://schemas.microsoft.com/office/drawing/2014/main" id="{07BD3DAD-486F-5E3B-FB04-33B0E0C3C5A5}"/>
                </a:ext>
              </a:extLst>
            </p:cNvPr>
            <p:cNvSpPr/>
            <p:nvPr/>
          </p:nvSpPr>
          <p:spPr>
            <a:xfrm>
              <a:off x="185806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22" name="Oval 1821">
              <a:extLst>
                <a:ext uri="{FF2B5EF4-FFF2-40B4-BE49-F238E27FC236}">
                  <a16:creationId xmlns:a16="http://schemas.microsoft.com/office/drawing/2014/main" id="{674B1B78-C79A-A2E3-52E7-C3E04D323543}"/>
                </a:ext>
              </a:extLst>
            </p:cNvPr>
            <p:cNvSpPr/>
            <p:nvPr/>
          </p:nvSpPr>
          <p:spPr>
            <a:xfrm>
              <a:off x="178180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25" name="Oval 1824">
              <a:extLst>
                <a:ext uri="{FF2B5EF4-FFF2-40B4-BE49-F238E27FC236}">
                  <a16:creationId xmlns:a16="http://schemas.microsoft.com/office/drawing/2014/main" id="{95A30E87-34C5-7646-FEDD-723E16906F3F}"/>
                </a:ext>
              </a:extLst>
            </p:cNvPr>
            <p:cNvSpPr/>
            <p:nvPr/>
          </p:nvSpPr>
          <p:spPr>
            <a:xfrm>
              <a:off x="170555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13" name="Oval 1812">
              <a:extLst>
                <a:ext uri="{FF2B5EF4-FFF2-40B4-BE49-F238E27FC236}">
                  <a16:creationId xmlns:a16="http://schemas.microsoft.com/office/drawing/2014/main" id="{CC20F0D4-8C93-8EB6-F0FF-5EDCF6461BCD}"/>
                </a:ext>
              </a:extLst>
            </p:cNvPr>
            <p:cNvSpPr/>
            <p:nvPr/>
          </p:nvSpPr>
          <p:spPr>
            <a:xfrm>
              <a:off x="1979573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14" name="Oval 1813">
              <a:extLst>
                <a:ext uri="{FF2B5EF4-FFF2-40B4-BE49-F238E27FC236}">
                  <a16:creationId xmlns:a16="http://schemas.microsoft.com/office/drawing/2014/main" id="{B1652E12-F6AF-1C26-F5C9-F4D358B74393}"/>
                </a:ext>
              </a:extLst>
            </p:cNvPr>
            <p:cNvSpPr/>
            <p:nvPr/>
          </p:nvSpPr>
          <p:spPr>
            <a:xfrm>
              <a:off x="1954154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0D00444-6AFD-2770-46CC-EAC33571A8BD}"/>
              </a:ext>
            </a:extLst>
          </p:cNvPr>
          <p:cNvGrpSpPr/>
          <p:nvPr/>
        </p:nvGrpSpPr>
        <p:grpSpPr>
          <a:xfrm>
            <a:off x="2446166" y="2077018"/>
            <a:ext cx="666954" cy="965106"/>
            <a:chOff x="2446166" y="2077018"/>
            <a:chExt cx="666954" cy="965106"/>
          </a:xfrm>
        </p:grpSpPr>
        <p:sp>
          <p:nvSpPr>
            <p:cNvPr id="1874" name="Oval 1873">
              <a:extLst>
                <a:ext uri="{FF2B5EF4-FFF2-40B4-BE49-F238E27FC236}">
                  <a16:creationId xmlns:a16="http://schemas.microsoft.com/office/drawing/2014/main" id="{C6F1F60D-DAB2-5B29-5001-8AD47C344FF2}"/>
                </a:ext>
              </a:extLst>
            </p:cNvPr>
            <p:cNvSpPr/>
            <p:nvPr/>
          </p:nvSpPr>
          <p:spPr>
            <a:xfrm>
              <a:off x="259867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7" name="Oval 1876">
              <a:extLst>
                <a:ext uri="{FF2B5EF4-FFF2-40B4-BE49-F238E27FC236}">
                  <a16:creationId xmlns:a16="http://schemas.microsoft.com/office/drawing/2014/main" id="{64C7C0EB-D51D-81C5-DFCE-B159013D133B}"/>
                </a:ext>
              </a:extLst>
            </p:cNvPr>
            <p:cNvSpPr/>
            <p:nvPr/>
          </p:nvSpPr>
          <p:spPr>
            <a:xfrm>
              <a:off x="2522421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0" name="Oval 1879">
              <a:extLst>
                <a:ext uri="{FF2B5EF4-FFF2-40B4-BE49-F238E27FC236}">
                  <a16:creationId xmlns:a16="http://schemas.microsoft.com/office/drawing/2014/main" id="{FD160B3F-8DFF-6873-CB80-F0DD4273B71A}"/>
                </a:ext>
              </a:extLst>
            </p:cNvPr>
            <p:cNvSpPr/>
            <p:nvPr/>
          </p:nvSpPr>
          <p:spPr>
            <a:xfrm>
              <a:off x="2446166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7" name="Oval 1866">
              <a:extLst>
                <a:ext uri="{FF2B5EF4-FFF2-40B4-BE49-F238E27FC236}">
                  <a16:creationId xmlns:a16="http://schemas.microsoft.com/office/drawing/2014/main" id="{AE2D98B1-0D28-4177-930C-CBFC8F19D1A5}"/>
                </a:ext>
              </a:extLst>
            </p:cNvPr>
            <p:cNvSpPr/>
            <p:nvPr/>
          </p:nvSpPr>
          <p:spPr>
            <a:xfrm>
              <a:off x="274560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0" name="Oval 1869">
              <a:extLst>
                <a:ext uri="{FF2B5EF4-FFF2-40B4-BE49-F238E27FC236}">
                  <a16:creationId xmlns:a16="http://schemas.microsoft.com/office/drawing/2014/main" id="{0B1843B5-A129-5FEA-0059-360B7847D01F}"/>
                </a:ext>
              </a:extLst>
            </p:cNvPr>
            <p:cNvSpPr/>
            <p:nvPr/>
          </p:nvSpPr>
          <p:spPr>
            <a:xfrm>
              <a:off x="266935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3" name="Oval 1872">
              <a:extLst>
                <a:ext uri="{FF2B5EF4-FFF2-40B4-BE49-F238E27FC236}">
                  <a16:creationId xmlns:a16="http://schemas.microsoft.com/office/drawing/2014/main" id="{09126841-59D0-F394-6E8C-069BA690918F}"/>
                </a:ext>
              </a:extLst>
            </p:cNvPr>
            <p:cNvSpPr/>
            <p:nvPr/>
          </p:nvSpPr>
          <p:spPr>
            <a:xfrm>
              <a:off x="2593096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0" name="Oval 1859">
              <a:extLst>
                <a:ext uri="{FF2B5EF4-FFF2-40B4-BE49-F238E27FC236}">
                  <a16:creationId xmlns:a16="http://schemas.microsoft.com/office/drawing/2014/main" id="{8E331876-F65F-BA79-3C32-FC08208B08F3}"/>
                </a:ext>
              </a:extLst>
            </p:cNvPr>
            <p:cNvSpPr/>
            <p:nvPr/>
          </p:nvSpPr>
          <p:spPr>
            <a:xfrm>
              <a:off x="289253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3" name="Oval 1862">
              <a:extLst>
                <a:ext uri="{FF2B5EF4-FFF2-40B4-BE49-F238E27FC236}">
                  <a16:creationId xmlns:a16="http://schemas.microsoft.com/office/drawing/2014/main" id="{FB05FC8A-DCA3-B547-EDEC-662020C6C11D}"/>
                </a:ext>
              </a:extLst>
            </p:cNvPr>
            <p:cNvSpPr/>
            <p:nvPr/>
          </p:nvSpPr>
          <p:spPr>
            <a:xfrm>
              <a:off x="281628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6" name="Oval 1865">
              <a:extLst>
                <a:ext uri="{FF2B5EF4-FFF2-40B4-BE49-F238E27FC236}">
                  <a16:creationId xmlns:a16="http://schemas.microsoft.com/office/drawing/2014/main" id="{13E9CF0D-7D85-E681-01AC-A885A1BF19C9}"/>
                </a:ext>
              </a:extLst>
            </p:cNvPr>
            <p:cNvSpPr/>
            <p:nvPr/>
          </p:nvSpPr>
          <p:spPr>
            <a:xfrm>
              <a:off x="274002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4" name="Oval 1853">
              <a:extLst>
                <a:ext uri="{FF2B5EF4-FFF2-40B4-BE49-F238E27FC236}">
                  <a16:creationId xmlns:a16="http://schemas.microsoft.com/office/drawing/2014/main" id="{3A24E65F-497A-E364-F9DC-784C156CD4A9}"/>
                </a:ext>
              </a:extLst>
            </p:cNvPr>
            <p:cNvSpPr/>
            <p:nvPr/>
          </p:nvSpPr>
          <p:spPr>
            <a:xfrm>
              <a:off x="3014048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5" name="Oval 1854">
              <a:extLst>
                <a:ext uri="{FF2B5EF4-FFF2-40B4-BE49-F238E27FC236}">
                  <a16:creationId xmlns:a16="http://schemas.microsoft.com/office/drawing/2014/main" id="{12759494-377F-B1D8-076B-346FF84D2074}"/>
                </a:ext>
              </a:extLst>
            </p:cNvPr>
            <p:cNvSpPr/>
            <p:nvPr/>
          </p:nvSpPr>
          <p:spPr>
            <a:xfrm>
              <a:off x="2988629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7" name="Oval 1856">
              <a:extLst>
                <a:ext uri="{FF2B5EF4-FFF2-40B4-BE49-F238E27FC236}">
                  <a16:creationId xmlns:a16="http://schemas.microsoft.com/office/drawing/2014/main" id="{E72C9DFE-CAE7-BF13-865B-B03DF7376749}"/>
                </a:ext>
              </a:extLst>
            </p:cNvPr>
            <p:cNvSpPr/>
            <p:nvPr/>
          </p:nvSpPr>
          <p:spPr>
            <a:xfrm>
              <a:off x="2937793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8" name="Oval 1857">
              <a:extLst>
                <a:ext uri="{FF2B5EF4-FFF2-40B4-BE49-F238E27FC236}">
                  <a16:creationId xmlns:a16="http://schemas.microsoft.com/office/drawing/2014/main" id="{FF9CAC3F-D97E-5CD2-E349-6B2216F92855}"/>
                </a:ext>
              </a:extLst>
            </p:cNvPr>
            <p:cNvSpPr/>
            <p:nvPr/>
          </p:nvSpPr>
          <p:spPr>
            <a:xfrm>
              <a:off x="2912374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CC98C2A-47BC-F7D5-832C-D8F219FF73AD}"/>
              </a:ext>
            </a:extLst>
          </p:cNvPr>
          <p:cNvGrpSpPr/>
          <p:nvPr/>
        </p:nvGrpSpPr>
        <p:grpSpPr>
          <a:xfrm>
            <a:off x="3435385" y="2077018"/>
            <a:ext cx="737629" cy="965106"/>
            <a:chOff x="3435385" y="2077018"/>
            <a:chExt cx="737629" cy="965106"/>
          </a:xfrm>
        </p:grpSpPr>
        <p:sp>
          <p:nvSpPr>
            <p:cNvPr id="1922" name="Oval 1921">
              <a:extLst>
                <a:ext uri="{FF2B5EF4-FFF2-40B4-BE49-F238E27FC236}">
                  <a16:creationId xmlns:a16="http://schemas.microsoft.com/office/drawing/2014/main" id="{322BA311-378D-90AF-9E7B-348E936CBC53}"/>
                </a:ext>
              </a:extLst>
            </p:cNvPr>
            <p:cNvSpPr/>
            <p:nvPr/>
          </p:nvSpPr>
          <p:spPr>
            <a:xfrm>
              <a:off x="348622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3" name="Oval 1922">
              <a:extLst>
                <a:ext uri="{FF2B5EF4-FFF2-40B4-BE49-F238E27FC236}">
                  <a16:creationId xmlns:a16="http://schemas.microsoft.com/office/drawing/2014/main" id="{8600C7C0-FF29-D188-E57E-582A7A6345C2}"/>
                </a:ext>
              </a:extLst>
            </p:cNvPr>
            <p:cNvSpPr/>
            <p:nvPr/>
          </p:nvSpPr>
          <p:spPr>
            <a:xfrm>
              <a:off x="3460803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4" name="Oval 1923">
              <a:extLst>
                <a:ext uri="{FF2B5EF4-FFF2-40B4-BE49-F238E27FC236}">
                  <a16:creationId xmlns:a16="http://schemas.microsoft.com/office/drawing/2014/main" id="{3D261542-7D3E-6C76-1161-5B9A1EB0D968}"/>
                </a:ext>
              </a:extLst>
            </p:cNvPr>
            <p:cNvSpPr/>
            <p:nvPr/>
          </p:nvSpPr>
          <p:spPr>
            <a:xfrm>
              <a:off x="3435385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8" name="Oval 1917">
              <a:extLst>
                <a:ext uri="{FF2B5EF4-FFF2-40B4-BE49-F238E27FC236}">
                  <a16:creationId xmlns:a16="http://schemas.microsoft.com/office/drawing/2014/main" id="{4234EACE-7B95-DA91-96D4-628EAAA06F8D}"/>
                </a:ext>
              </a:extLst>
            </p:cNvPr>
            <p:cNvSpPr/>
            <p:nvPr/>
          </p:nvSpPr>
          <p:spPr>
            <a:xfrm>
              <a:off x="355689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1" name="Oval 1910">
              <a:extLst>
                <a:ext uri="{FF2B5EF4-FFF2-40B4-BE49-F238E27FC236}">
                  <a16:creationId xmlns:a16="http://schemas.microsoft.com/office/drawing/2014/main" id="{7DD962C2-9F78-E4F6-8D8C-97F6396CCB8E}"/>
                </a:ext>
              </a:extLst>
            </p:cNvPr>
            <p:cNvSpPr/>
            <p:nvPr/>
          </p:nvSpPr>
          <p:spPr>
            <a:xfrm>
              <a:off x="370382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4" name="Oval 1903">
              <a:extLst>
                <a:ext uri="{FF2B5EF4-FFF2-40B4-BE49-F238E27FC236}">
                  <a16:creationId xmlns:a16="http://schemas.microsoft.com/office/drawing/2014/main" id="{F5EA9A99-8096-29B7-5561-5F4EC8E95097}"/>
                </a:ext>
              </a:extLst>
            </p:cNvPr>
            <p:cNvSpPr/>
            <p:nvPr/>
          </p:nvSpPr>
          <p:spPr>
            <a:xfrm>
              <a:off x="385075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4" name="Oval 1893">
              <a:extLst>
                <a:ext uri="{FF2B5EF4-FFF2-40B4-BE49-F238E27FC236}">
                  <a16:creationId xmlns:a16="http://schemas.microsoft.com/office/drawing/2014/main" id="{76A77048-849D-9C6B-E06C-EAF99C0A6928}"/>
                </a:ext>
              </a:extLst>
            </p:cNvPr>
            <p:cNvSpPr/>
            <p:nvPr/>
          </p:nvSpPr>
          <p:spPr>
            <a:xfrm>
              <a:off x="407394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5" name="Oval 1894">
              <a:extLst>
                <a:ext uri="{FF2B5EF4-FFF2-40B4-BE49-F238E27FC236}">
                  <a16:creationId xmlns:a16="http://schemas.microsoft.com/office/drawing/2014/main" id="{291E0905-6C25-4719-DE5F-E891AAAF56BC}"/>
                </a:ext>
              </a:extLst>
            </p:cNvPr>
            <p:cNvSpPr/>
            <p:nvPr/>
          </p:nvSpPr>
          <p:spPr>
            <a:xfrm>
              <a:off x="4048523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6" name="Oval 1895">
              <a:extLst>
                <a:ext uri="{FF2B5EF4-FFF2-40B4-BE49-F238E27FC236}">
                  <a16:creationId xmlns:a16="http://schemas.microsoft.com/office/drawing/2014/main" id="{0214170E-69D7-F914-4105-01E82DFCF2CD}"/>
                </a:ext>
              </a:extLst>
            </p:cNvPr>
            <p:cNvSpPr/>
            <p:nvPr/>
          </p:nvSpPr>
          <p:spPr>
            <a:xfrm>
              <a:off x="4023105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8" name="Oval 1897">
              <a:extLst>
                <a:ext uri="{FF2B5EF4-FFF2-40B4-BE49-F238E27FC236}">
                  <a16:creationId xmlns:a16="http://schemas.microsoft.com/office/drawing/2014/main" id="{1AA018EA-EBB8-20AA-5899-0E489CBA6150}"/>
                </a:ext>
              </a:extLst>
            </p:cNvPr>
            <p:cNvSpPr/>
            <p:nvPr/>
          </p:nvSpPr>
          <p:spPr>
            <a:xfrm>
              <a:off x="3972268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9" name="Oval 1898">
              <a:extLst>
                <a:ext uri="{FF2B5EF4-FFF2-40B4-BE49-F238E27FC236}">
                  <a16:creationId xmlns:a16="http://schemas.microsoft.com/office/drawing/2014/main" id="{31CDA72C-C67D-52A0-F8B9-16265B49E755}"/>
                </a:ext>
              </a:extLst>
            </p:cNvPr>
            <p:cNvSpPr/>
            <p:nvPr/>
          </p:nvSpPr>
          <p:spPr>
            <a:xfrm>
              <a:off x="3946849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0" name="Oval 1899">
              <a:extLst>
                <a:ext uri="{FF2B5EF4-FFF2-40B4-BE49-F238E27FC236}">
                  <a16:creationId xmlns:a16="http://schemas.microsoft.com/office/drawing/2014/main" id="{8A69772B-6D60-19EC-C54A-9A925B25AE8F}"/>
                </a:ext>
              </a:extLst>
            </p:cNvPr>
            <p:cNvSpPr/>
            <p:nvPr/>
          </p:nvSpPr>
          <p:spPr>
            <a:xfrm>
              <a:off x="392143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3CC76-8BFE-9FB4-5B2C-CD4179E92D4C}"/>
              </a:ext>
            </a:extLst>
          </p:cNvPr>
          <p:cNvGrpSpPr/>
          <p:nvPr/>
        </p:nvGrpSpPr>
        <p:grpSpPr>
          <a:xfrm>
            <a:off x="4469860" y="2077018"/>
            <a:ext cx="635955" cy="965106"/>
            <a:chOff x="4469860" y="2077018"/>
            <a:chExt cx="635955" cy="965106"/>
          </a:xfrm>
        </p:grpSpPr>
        <p:sp>
          <p:nvSpPr>
            <p:cNvPr id="1964" name="Oval 1963">
              <a:extLst>
                <a:ext uri="{FF2B5EF4-FFF2-40B4-BE49-F238E27FC236}">
                  <a16:creationId xmlns:a16="http://schemas.microsoft.com/office/drawing/2014/main" id="{02C60B31-0939-57D0-38EA-9B4047B53110}"/>
                </a:ext>
              </a:extLst>
            </p:cNvPr>
            <p:cNvSpPr/>
            <p:nvPr/>
          </p:nvSpPr>
          <p:spPr>
            <a:xfrm>
              <a:off x="4495279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5" name="Oval 1964">
              <a:extLst>
                <a:ext uri="{FF2B5EF4-FFF2-40B4-BE49-F238E27FC236}">
                  <a16:creationId xmlns:a16="http://schemas.microsoft.com/office/drawing/2014/main" id="{E493E83D-D7DB-9C91-45DE-58B194B949A4}"/>
                </a:ext>
              </a:extLst>
            </p:cNvPr>
            <p:cNvSpPr/>
            <p:nvPr/>
          </p:nvSpPr>
          <p:spPr>
            <a:xfrm>
              <a:off x="4469860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6" name="Oval 1955">
              <a:extLst>
                <a:ext uri="{FF2B5EF4-FFF2-40B4-BE49-F238E27FC236}">
                  <a16:creationId xmlns:a16="http://schemas.microsoft.com/office/drawing/2014/main" id="{81335A55-C4C5-19C9-C7A3-D22605EC1A30}"/>
                </a:ext>
              </a:extLst>
            </p:cNvPr>
            <p:cNvSpPr/>
            <p:nvPr/>
          </p:nvSpPr>
          <p:spPr>
            <a:xfrm>
              <a:off x="466762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9" name="Oval 1958">
              <a:extLst>
                <a:ext uri="{FF2B5EF4-FFF2-40B4-BE49-F238E27FC236}">
                  <a16:creationId xmlns:a16="http://schemas.microsoft.com/office/drawing/2014/main" id="{0C08C778-8731-328C-F9A6-1822180E0D97}"/>
                </a:ext>
              </a:extLst>
            </p:cNvPr>
            <p:cNvSpPr/>
            <p:nvPr/>
          </p:nvSpPr>
          <p:spPr>
            <a:xfrm>
              <a:off x="459137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2" name="Oval 1961">
              <a:extLst>
                <a:ext uri="{FF2B5EF4-FFF2-40B4-BE49-F238E27FC236}">
                  <a16:creationId xmlns:a16="http://schemas.microsoft.com/office/drawing/2014/main" id="{F283592F-D5EA-BD47-79A3-B9FCA951EFEE}"/>
                </a:ext>
              </a:extLst>
            </p:cNvPr>
            <p:cNvSpPr/>
            <p:nvPr/>
          </p:nvSpPr>
          <p:spPr>
            <a:xfrm>
              <a:off x="451511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9" name="Oval 1948">
              <a:extLst>
                <a:ext uri="{FF2B5EF4-FFF2-40B4-BE49-F238E27FC236}">
                  <a16:creationId xmlns:a16="http://schemas.microsoft.com/office/drawing/2014/main" id="{6C071943-30EC-5B09-C573-CD22D220238C}"/>
                </a:ext>
              </a:extLst>
            </p:cNvPr>
            <p:cNvSpPr/>
            <p:nvPr/>
          </p:nvSpPr>
          <p:spPr>
            <a:xfrm>
              <a:off x="481455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2" name="Oval 1951">
              <a:extLst>
                <a:ext uri="{FF2B5EF4-FFF2-40B4-BE49-F238E27FC236}">
                  <a16:creationId xmlns:a16="http://schemas.microsoft.com/office/drawing/2014/main" id="{F8047C21-2E5A-16D3-CC5D-9E363EA1B6E1}"/>
                </a:ext>
              </a:extLst>
            </p:cNvPr>
            <p:cNvSpPr/>
            <p:nvPr/>
          </p:nvSpPr>
          <p:spPr>
            <a:xfrm>
              <a:off x="473830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5" name="Oval 1954">
              <a:extLst>
                <a:ext uri="{FF2B5EF4-FFF2-40B4-BE49-F238E27FC236}">
                  <a16:creationId xmlns:a16="http://schemas.microsoft.com/office/drawing/2014/main" id="{B3A50CFE-BDD0-AAD8-84F5-9F4E7C727C68}"/>
                </a:ext>
              </a:extLst>
            </p:cNvPr>
            <p:cNvSpPr/>
            <p:nvPr/>
          </p:nvSpPr>
          <p:spPr>
            <a:xfrm>
              <a:off x="466204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2" name="Oval 1941">
              <a:extLst>
                <a:ext uri="{FF2B5EF4-FFF2-40B4-BE49-F238E27FC236}">
                  <a16:creationId xmlns:a16="http://schemas.microsoft.com/office/drawing/2014/main" id="{F4AB43B2-1A64-66C7-B426-BE4D22CFF17D}"/>
                </a:ext>
              </a:extLst>
            </p:cNvPr>
            <p:cNvSpPr/>
            <p:nvPr/>
          </p:nvSpPr>
          <p:spPr>
            <a:xfrm>
              <a:off x="496148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5" name="Oval 1944">
              <a:extLst>
                <a:ext uri="{FF2B5EF4-FFF2-40B4-BE49-F238E27FC236}">
                  <a16:creationId xmlns:a16="http://schemas.microsoft.com/office/drawing/2014/main" id="{6F4294E0-729E-F8A1-73DD-1CB0556DB81C}"/>
                </a:ext>
              </a:extLst>
            </p:cNvPr>
            <p:cNvSpPr/>
            <p:nvPr/>
          </p:nvSpPr>
          <p:spPr>
            <a:xfrm>
              <a:off x="4885233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8" name="Oval 1947">
              <a:extLst>
                <a:ext uri="{FF2B5EF4-FFF2-40B4-BE49-F238E27FC236}">
                  <a16:creationId xmlns:a16="http://schemas.microsoft.com/office/drawing/2014/main" id="{CCB2B746-9C28-A4AE-4169-8C49D061CEB9}"/>
                </a:ext>
              </a:extLst>
            </p:cNvPr>
            <p:cNvSpPr/>
            <p:nvPr/>
          </p:nvSpPr>
          <p:spPr>
            <a:xfrm>
              <a:off x="480897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9" name="Oval 1938">
              <a:extLst>
                <a:ext uri="{FF2B5EF4-FFF2-40B4-BE49-F238E27FC236}">
                  <a16:creationId xmlns:a16="http://schemas.microsoft.com/office/drawing/2014/main" id="{305861E6-2EC5-3B85-AEC5-E68C863DCD32}"/>
                </a:ext>
              </a:extLst>
            </p:cNvPr>
            <p:cNvSpPr/>
            <p:nvPr/>
          </p:nvSpPr>
          <p:spPr>
            <a:xfrm>
              <a:off x="5006743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0" name="Oval 1939">
              <a:extLst>
                <a:ext uri="{FF2B5EF4-FFF2-40B4-BE49-F238E27FC236}">
                  <a16:creationId xmlns:a16="http://schemas.microsoft.com/office/drawing/2014/main" id="{97F2047E-568B-637F-3DBA-D7C3361F541D}"/>
                </a:ext>
              </a:extLst>
            </p:cNvPr>
            <p:cNvSpPr/>
            <p:nvPr/>
          </p:nvSpPr>
          <p:spPr>
            <a:xfrm>
              <a:off x="4981325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04C226-1270-B552-A5CE-81E9032E74F9}"/>
              </a:ext>
            </a:extLst>
          </p:cNvPr>
          <p:cNvGrpSpPr/>
          <p:nvPr/>
        </p:nvGrpSpPr>
        <p:grpSpPr>
          <a:xfrm>
            <a:off x="5428080" y="2077018"/>
            <a:ext cx="712211" cy="965106"/>
            <a:chOff x="5428080" y="2077018"/>
            <a:chExt cx="712211" cy="965106"/>
          </a:xfrm>
        </p:grpSpPr>
        <p:sp>
          <p:nvSpPr>
            <p:cNvPr id="2005" name="Oval 2004">
              <a:extLst>
                <a:ext uri="{FF2B5EF4-FFF2-40B4-BE49-F238E27FC236}">
                  <a16:creationId xmlns:a16="http://schemas.microsoft.com/office/drawing/2014/main" id="{97F5EAD6-5AE6-6B0D-896F-5E2C3EC9085C}"/>
                </a:ext>
              </a:extLst>
            </p:cNvPr>
            <p:cNvSpPr/>
            <p:nvPr/>
          </p:nvSpPr>
          <p:spPr>
            <a:xfrm>
              <a:off x="5529754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6" name="Oval 2005">
              <a:extLst>
                <a:ext uri="{FF2B5EF4-FFF2-40B4-BE49-F238E27FC236}">
                  <a16:creationId xmlns:a16="http://schemas.microsoft.com/office/drawing/2014/main" id="{D9A7C17E-3EE4-7B4C-0276-7BC88B2E5C36}"/>
                </a:ext>
              </a:extLst>
            </p:cNvPr>
            <p:cNvSpPr/>
            <p:nvPr/>
          </p:nvSpPr>
          <p:spPr>
            <a:xfrm>
              <a:off x="5504335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8" name="Oval 2007">
              <a:extLst>
                <a:ext uri="{FF2B5EF4-FFF2-40B4-BE49-F238E27FC236}">
                  <a16:creationId xmlns:a16="http://schemas.microsoft.com/office/drawing/2014/main" id="{DBD1E3CA-ED29-F138-3EBB-FF5759AEE745}"/>
                </a:ext>
              </a:extLst>
            </p:cNvPr>
            <p:cNvSpPr/>
            <p:nvPr/>
          </p:nvSpPr>
          <p:spPr>
            <a:xfrm>
              <a:off x="545349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9" name="Oval 2008">
              <a:extLst>
                <a:ext uri="{FF2B5EF4-FFF2-40B4-BE49-F238E27FC236}">
                  <a16:creationId xmlns:a16="http://schemas.microsoft.com/office/drawing/2014/main" id="{2F811EEC-BA6D-B654-7DFF-8D751174B9DD}"/>
                </a:ext>
              </a:extLst>
            </p:cNvPr>
            <p:cNvSpPr/>
            <p:nvPr/>
          </p:nvSpPr>
          <p:spPr>
            <a:xfrm>
              <a:off x="5428080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7" name="Oval 1996">
              <a:extLst>
                <a:ext uri="{FF2B5EF4-FFF2-40B4-BE49-F238E27FC236}">
                  <a16:creationId xmlns:a16="http://schemas.microsoft.com/office/drawing/2014/main" id="{A4CEB8BB-2894-93BB-764F-7FCAED01E1B6}"/>
                </a:ext>
              </a:extLst>
            </p:cNvPr>
            <p:cNvSpPr/>
            <p:nvPr/>
          </p:nvSpPr>
          <p:spPr>
            <a:xfrm>
              <a:off x="570210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0" name="Oval 1999">
              <a:extLst>
                <a:ext uri="{FF2B5EF4-FFF2-40B4-BE49-F238E27FC236}">
                  <a16:creationId xmlns:a16="http://schemas.microsoft.com/office/drawing/2014/main" id="{A58AE498-C77A-5E7C-5B64-0B3451076188}"/>
                </a:ext>
              </a:extLst>
            </p:cNvPr>
            <p:cNvSpPr/>
            <p:nvPr/>
          </p:nvSpPr>
          <p:spPr>
            <a:xfrm>
              <a:off x="562584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3" name="Oval 2002">
              <a:extLst>
                <a:ext uri="{FF2B5EF4-FFF2-40B4-BE49-F238E27FC236}">
                  <a16:creationId xmlns:a16="http://schemas.microsoft.com/office/drawing/2014/main" id="{87546651-CEF7-DE93-1CA6-B2E89B2F5C87}"/>
                </a:ext>
              </a:extLst>
            </p:cNvPr>
            <p:cNvSpPr/>
            <p:nvPr/>
          </p:nvSpPr>
          <p:spPr>
            <a:xfrm>
              <a:off x="5549592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0" name="Oval 1989">
              <a:extLst>
                <a:ext uri="{FF2B5EF4-FFF2-40B4-BE49-F238E27FC236}">
                  <a16:creationId xmlns:a16="http://schemas.microsoft.com/office/drawing/2014/main" id="{EAE88D15-774E-E7C8-9598-40622181A2D9}"/>
                </a:ext>
              </a:extLst>
            </p:cNvPr>
            <p:cNvSpPr/>
            <p:nvPr/>
          </p:nvSpPr>
          <p:spPr>
            <a:xfrm>
              <a:off x="584903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3" name="Oval 1992">
              <a:extLst>
                <a:ext uri="{FF2B5EF4-FFF2-40B4-BE49-F238E27FC236}">
                  <a16:creationId xmlns:a16="http://schemas.microsoft.com/office/drawing/2014/main" id="{87AB6C9D-396E-49E1-DC17-58C6795B8B9C}"/>
                </a:ext>
              </a:extLst>
            </p:cNvPr>
            <p:cNvSpPr/>
            <p:nvPr/>
          </p:nvSpPr>
          <p:spPr>
            <a:xfrm>
              <a:off x="577277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6" name="Oval 1995">
              <a:extLst>
                <a:ext uri="{FF2B5EF4-FFF2-40B4-BE49-F238E27FC236}">
                  <a16:creationId xmlns:a16="http://schemas.microsoft.com/office/drawing/2014/main" id="{D8F6CB32-EB9A-DB1B-A285-8D6FDB9759C7}"/>
                </a:ext>
              </a:extLst>
            </p:cNvPr>
            <p:cNvSpPr/>
            <p:nvPr/>
          </p:nvSpPr>
          <p:spPr>
            <a:xfrm>
              <a:off x="5696522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3" name="Oval 1982">
              <a:extLst>
                <a:ext uri="{FF2B5EF4-FFF2-40B4-BE49-F238E27FC236}">
                  <a16:creationId xmlns:a16="http://schemas.microsoft.com/office/drawing/2014/main" id="{7314C52B-B618-FACE-8969-BB75AC47B325}"/>
                </a:ext>
              </a:extLst>
            </p:cNvPr>
            <p:cNvSpPr/>
            <p:nvPr/>
          </p:nvSpPr>
          <p:spPr>
            <a:xfrm>
              <a:off x="599596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6" name="Oval 1985">
              <a:extLst>
                <a:ext uri="{FF2B5EF4-FFF2-40B4-BE49-F238E27FC236}">
                  <a16:creationId xmlns:a16="http://schemas.microsoft.com/office/drawing/2014/main" id="{A9789407-6B09-2D53-86EA-7D447DBF0093}"/>
                </a:ext>
              </a:extLst>
            </p:cNvPr>
            <p:cNvSpPr/>
            <p:nvPr/>
          </p:nvSpPr>
          <p:spPr>
            <a:xfrm>
              <a:off x="591970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9" name="Oval 1988">
              <a:extLst>
                <a:ext uri="{FF2B5EF4-FFF2-40B4-BE49-F238E27FC236}">
                  <a16:creationId xmlns:a16="http://schemas.microsoft.com/office/drawing/2014/main" id="{F110C4B0-49EC-C65F-1999-6B15E6A20134}"/>
                </a:ext>
              </a:extLst>
            </p:cNvPr>
            <p:cNvSpPr/>
            <p:nvPr/>
          </p:nvSpPr>
          <p:spPr>
            <a:xfrm>
              <a:off x="584345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0" name="Oval 1979">
              <a:extLst>
                <a:ext uri="{FF2B5EF4-FFF2-40B4-BE49-F238E27FC236}">
                  <a16:creationId xmlns:a16="http://schemas.microsoft.com/office/drawing/2014/main" id="{0DA89452-E8B7-D4A2-6E66-363A2E29BE83}"/>
                </a:ext>
              </a:extLst>
            </p:cNvPr>
            <p:cNvSpPr/>
            <p:nvPr/>
          </p:nvSpPr>
          <p:spPr>
            <a:xfrm>
              <a:off x="604121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1" name="Oval 1980">
              <a:extLst>
                <a:ext uri="{FF2B5EF4-FFF2-40B4-BE49-F238E27FC236}">
                  <a16:creationId xmlns:a16="http://schemas.microsoft.com/office/drawing/2014/main" id="{F0706206-498B-5B51-ADE9-0CB6FDDD2348}"/>
                </a:ext>
              </a:extLst>
            </p:cNvPr>
            <p:cNvSpPr/>
            <p:nvPr/>
          </p:nvSpPr>
          <p:spPr>
            <a:xfrm>
              <a:off x="6015800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2D7475-ECB3-5EDF-F00F-29C98BDD5F5A}"/>
              </a:ext>
            </a:extLst>
          </p:cNvPr>
          <p:cNvGrpSpPr/>
          <p:nvPr/>
        </p:nvGrpSpPr>
        <p:grpSpPr>
          <a:xfrm>
            <a:off x="6589648" y="2077018"/>
            <a:ext cx="661373" cy="965106"/>
            <a:chOff x="6589648" y="2077018"/>
            <a:chExt cx="661373" cy="965106"/>
          </a:xfrm>
        </p:grpSpPr>
        <p:sp>
          <p:nvSpPr>
            <p:cNvPr id="2045" name="Oval 2044">
              <a:extLst>
                <a:ext uri="{FF2B5EF4-FFF2-40B4-BE49-F238E27FC236}">
                  <a16:creationId xmlns:a16="http://schemas.microsoft.com/office/drawing/2014/main" id="{376976E5-C2D4-929D-1FC6-C54517F83BC6}"/>
                </a:ext>
              </a:extLst>
            </p:cNvPr>
            <p:cNvSpPr/>
            <p:nvPr/>
          </p:nvSpPr>
          <p:spPr>
            <a:xfrm>
              <a:off x="658964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8" name="Oval 2037">
              <a:extLst>
                <a:ext uri="{FF2B5EF4-FFF2-40B4-BE49-F238E27FC236}">
                  <a16:creationId xmlns:a16="http://schemas.microsoft.com/office/drawing/2014/main" id="{24EB49B1-C1FA-F51E-069C-63C48D4B6810}"/>
                </a:ext>
              </a:extLst>
            </p:cNvPr>
            <p:cNvSpPr/>
            <p:nvPr/>
          </p:nvSpPr>
          <p:spPr>
            <a:xfrm>
              <a:off x="673657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1" name="Oval 2030">
              <a:extLst>
                <a:ext uri="{FF2B5EF4-FFF2-40B4-BE49-F238E27FC236}">
                  <a16:creationId xmlns:a16="http://schemas.microsoft.com/office/drawing/2014/main" id="{AB2564B8-B251-56DA-8C22-744CF2D07729}"/>
                </a:ext>
              </a:extLst>
            </p:cNvPr>
            <p:cNvSpPr/>
            <p:nvPr/>
          </p:nvSpPr>
          <p:spPr>
            <a:xfrm>
              <a:off x="688350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4" name="Oval 2023">
              <a:extLst>
                <a:ext uri="{FF2B5EF4-FFF2-40B4-BE49-F238E27FC236}">
                  <a16:creationId xmlns:a16="http://schemas.microsoft.com/office/drawing/2014/main" id="{6F874685-7216-310A-E347-858F68CA8674}"/>
                </a:ext>
              </a:extLst>
            </p:cNvPr>
            <p:cNvSpPr/>
            <p:nvPr/>
          </p:nvSpPr>
          <p:spPr>
            <a:xfrm>
              <a:off x="703043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8" name="Oval 2017">
              <a:extLst>
                <a:ext uri="{FF2B5EF4-FFF2-40B4-BE49-F238E27FC236}">
                  <a16:creationId xmlns:a16="http://schemas.microsoft.com/office/drawing/2014/main" id="{1D2CCDDA-6199-1C9D-06DE-708A6F42D504}"/>
                </a:ext>
              </a:extLst>
            </p:cNvPr>
            <p:cNvSpPr/>
            <p:nvPr/>
          </p:nvSpPr>
          <p:spPr>
            <a:xfrm>
              <a:off x="7151949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9" name="Oval 2018">
              <a:extLst>
                <a:ext uri="{FF2B5EF4-FFF2-40B4-BE49-F238E27FC236}">
                  <a16:creationId xmlns:a16="http://schemas.microsoft.com/office/drawing/2014/main" id="{E177B4D3-5AA0-72B7-79A8-57396BB62AA2}"/>
                </a:ext>
              </a:extLst>
            </p:cNvPr>
            <p:cNvSpPr/>
            <p:nvPr/>
          </p:nvSpPr>
          <p:spPr>
            <a:xfrm>
              <a:off x="7126531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0" name="Oval 2019">
              <a:extLst>
                <a:ext uri="{FF2B5EF4-FFF2-40B4-BE49-F238E27FC236}">
                  <a16:creationId xmlns:a16="http://schemas.microsoft.com/office/drawing/2014/main" id="{817816C6-FBDE-EF57-13BA-42C9D0F9EA37}"/>
                </a:ext>
              </a:extLst>
            </p:cNvPr>
            <p:cNvSpPr/>
            <p:nvPr/>
          </p:nvSpPr>
          <p:spPr>
            <a:xfrm>
              <a:off x="710111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1" name="Oval 2020">
              <a:extLst>
                <a:ext uri="{FF2B5EF4-FFF2-40B4-BE49-F238E27FC236}">
                  <a16:creationId xmlns:a16="http://schemas.microsoft.com/office/drawing/2014/main" id="{53AD9FA4-BD9F-EF82-5DE0-B20A013E4AED}"/>
                </a:ext>
              </a:extLst>
            </p:cNvPr>
            <p:cNvSpPr/>
            <p:nvPr/>
          </p:nvSpPr>
          <p:spPr>
            <a:xfrm>
              <a:off x="7075694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2" name="Oval 2021">
              <a:extLst>
                <a:ext uri="{FF2B5EF4-FFF2-40B4-BE49-F238E27FC236}">
                  <a16:creationId xmlns:a16="http://schemas.microsoft.com/office/drawing/2014/main" id="{782C5ADA-0735-C5CA-3768-C7B3CBB01C1E}"/>
                </a:ext>
              </a:extLst>
            </p:cNvPr>
            <p:cNvSpPr/>
            <p:nvPr/>
          </p:nvSpPr>
          <p:spPr>
            <a:xfrm>
              <a:off x="7050275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3" name="Oval 2022">
              <a:extLst>
                <a:ext uri="{FF2B5EF4-FFF2-40B4-BE49-F238E27FC236}">
                  <a16:creationId xmlns:a16="http://schemas.microsoft.com/office/drawing/2014/main" id="{581C97BA-2E83-E61D-357E-7CA325DED3BC}"/>
                </a:ext>
              </a:extLst>
            </p:cNvPr>
            <p:cNvSpPr/>
            <p:nvPr/>
          </p:nvSpPr>
          <p:spPr>
            <a:xfrm>
              <a:off x="702485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D2352E-DB9E-510B-2E43-4273C4AE8AAB}"/>
              </a:ext>
            </a:extLst>
          </p:cNvPr>
          <p:cNvGrpSpPr/>
          <p:nvPr/>
        </p:nvGrpSpPr>
        <p:grpSpPr>
          <a:xfrm>
            <a:off x="7497031" y="2077018"/>
            <a:ext cx="788466" cy="965106"/>
            <a:chOff x="7497031" y="2077018"/>
            <a:chExt cx="788466" cy="965106"/>
          </a:xfrm>
        </p:grpSpPr>
        <p:sp>
          <p:nvSpPr>
            <p:cNvPr id="2087" name="Oval 2086">
              <a:extLst>
                <a:ext uri="{FF2B5EF4-FFF2-40B4-BE49-F238E27FC236}">
                  <a16:creationId xmlns:a16="http://schemas.microsoft.com/office/drawing/2014/main" id="{1591252C-4C7E-D292-2EFB-E5D9B071DAEB}"/>
                </a:ext>
              </a:extLst>
            </p:cNvPr>
            <p:cNvSpPr/>
            <p:nvPr/>
          </p:nvSpPr>
          <p:spPr>
            <a:xfrm>
              <a:off x="7598705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88" name="Oval 2087">
              <a:extLst>
                <a:ext uri="{FF2B5EF4-FFF2-40B4-BE49-F238E27FC236}">
                  <a16:creationId xmlns:a16="http://schemas.microsoft.com/office/drawing/2014/main" id="{06880725-ABC1-F3EA-6CBE-0FA52A5E83EF}"/>
                </a:ext>
              </a:extLst>
            </p:cNvPr>
            <p:cNvSpPr/>
            <p:nvPr/>
          </p:nvSpPr>
          <p:spPr>
            <a:xfrm>
              <a:off x="7573286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90" name="Oval 2089">
              <a:extLst>
                <a:ext uri="{FF2B5EF4-FFF2-40B4-BE49-F238E27FC236}">
                  <a16:creationId xmlns:a16="http://schemas.microsoft.com/office/drawing/2014/main" id="{E2FF7DB3-E9DF-889D-01B9-7D3A50770369}"/>
                </a:ext>
              </a:extLst>
            </p:cNvPr>
            <p:cNvSpPr/>
            <p:nvPr/>
          </p:nvSpPr>
          <p:spPr>
            <a:xfrm>
              <a:off x="752244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91" name="Oval 2090">
              <a:extLst>
                <a:ext uri="{FF2B5EF4-FFF2-40B4-BE49-F238E27FC236}">
                  <a16:creationId xmlns:a16="http://schemas.microsoft.com/office/drawing/2014/main" id="{2D013D01-ADC0-DC3F-DECF-404DB3702602}"/>
                </a:ext>
              </a:extLst>
            </p:cNvPr>
            <p:cNvSpPr/>
            <p:nvPr/>
          </p:nvSpPr>
          <p:spPr>
            <a:xfrm>
              <a:off x="7497031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9" name="Oval 2078">
              <a:extLst>
                <a:ext uri="{FF2B5EF4-FFF2-40B4-BE49-F238E27FC236}">
                  <a16:creationId xmlns:a16="http://schemas.microsoft.com/office/drawing/2014/main" id="{B8E63DA8-8C7C-A149-FC05-AEB33221A532}"/>
                </a:ext>
              </a:extLst>
            </p:cNvPr>
            <p:cNvSpPr/>
            <p:nvPr/>
          </p:nvSpPr>
          <p:spPr>
            <a:xfrm>
              <a:off x="777105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82" name="Oval 2081">
              <a:extLst>
                <a:ext uri="{FF2B5EF4-FFF2-40B4-BE49-F238E27FC236}">
                  <a16:creationId xmlns:a16="http://schemas.microsoft.com/office/drawing/2014/main" id="{305C809C-5F1F-7CEC-3891-30E5199F5FE9}"/>
                </a:ext>
              </a:extLst>
            </p:cNvPr>
            <p:cNvSpPr/>
            <p:nvPr/>
          </p:nvSpPr>
          <p:spPr>
            <a:xfrm>
              <a:off x="769479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85" name="Oval 2084">
              <a:extLst>
                <a:ext uri="{FF2B5EF4-FFF2-40B4-BE49-F238E27FC236}">
                  <a16:creationId xmlns:a16="http://schemas.microsoft.com/office/drawing/2014/main" id="{8776202F-85B0-9FB0-0235-7D767DA5E2A0}"/>
                </a:ext>
              </a:extLst>
            </p:cNvPr>
            <p:cNvSpPr/>
            <p:nvPr/>
          </p:nvSpPr>
          <p:spPr>
            <a:xfrm>
              <a:off x="761854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2" name="Oval 2071">
              <a:extLst>
                <a:ext uri="{FF2B5EF4-FFF2-40B4-BE49-F238E27FC236}">
                  <a16:creationId xmlns:a16="http://schemas.microsoft.com/office/drawing/2014/main" id="{22282E08-3562-C694-0724-964B2EAC9B01}"/>
                </a:ext>
              </a:extLst>
            </p:cNvPr>
            <p:cNvSpPr/>
            <p:nvPr/>
          </p:nvSpPr>
          <p:spPr>
            <a:xfrm>
              <a:off x="7917984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5" name="Oval 2074">
              <a:extLst>
                <a:ext uri="{FF2B5EF4-FFF2-40B4-BE49-F238E27FC236}">
                  <a16:creationId xmlns:a16="http://schemas.microsoft.com/office/drawing/2014/main" id="{96133638-4CB2-6F02-891F-36BC8712174B}"/>
                </a:ext>
              </a:extLst>
            </p:cNvPr>
            <p:cNvSpPr/>
            <p:nvPr/>
          </p:nvSpPr>
          <p:spPr>
            <a:xfrm>
              <a:off x="784172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8" name="Oval 2077">
              <a:extLst>
                <a:ext uri="{FF2B5EF4-FFF2-40B4-BE49-F238E27FC236}">
                  <a16:creationId xmlns:a16="http://schemas.microsoft.com/office/drawing/2014/main" id="{0145F9FD-1F19-1C14-CD94-043F025C04D6}"/>
                </a:ext>
              </a:extLst>
            </p:cNvPr>
            <p:cNvSpPr/>
            <p:nvPr/>
          </p:nvSpPr>
          <p:spPr>
            <a:xfrm>
              <a:off x="776547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F2C3F552-01E6-AFF3-967F-BB59E011140A}"/>
                </a:ext>
              </a:extLst>
            </p:cNvPr>
            <p:cNvSpPr/>
            <p:nvPr/>
          </p:nvSpPr>
          <p:spPr>
            <a:xfrm>
              <a:off x="8064914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80B37DF7-C6DD-5A4A-F15A-BBCDFCACD2E4}"/>
                </a:ext>
              </a:extLst>
            </p:cNvPr>
            <p:cNvSpPr/>
            <p:nvPr/>
          </p:nvSpPr>
          <p:spPr>
            <a:xfrm>
              <a:off x="7988659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1" name="Oval 2070">
              <a:extLst>
                <a:ext uri="{FF2B5EF4-FFF2-40B4-BE49-F238E27FC236}">
                  <a16:creationId xmlns:a16="http://schemas.microsoft.com/office/drawing/2014/main" id="{E8C1B522-04FB-2E57-A70C-DC9413ED0B08}"/>
                </a:ext>
              </a:extLst>
            </p:cNvPr>
            <p:cNvSpPr/>
            <p:nvPr/>
          </p:nvSpPr>
          <p:spPr>
            <a:xfrm>
              <a:off x="791240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9" name="Oval 2058">
              <a:extLst>
                <a:ext uri="{FF2B5EF4-FFF2-40B4-BE49-F238E27FC236}">
                  <a16:creationId xmlns:a16="http://schemas.microsoft.com/office/drawing/2014/main" id="{990E9141-74A5-D321-2F99-3E2C3231DAD3}"/>
                </a:ext>
              </a:extLst>
            </p:cNvPr>
            <p:cNvSpPr/>
            <p:nvPr/>
          </p:nvSpPr>
          <p:spPr>
            <a:xfrm>
              <a:off x="8186425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0" name="Oval 2059">
              <a:extLst>
                <a:ext uri="{FF2B5EF4-FFF2-40B4-BE49-F238E27FC236}">
                  <a16:creationId xmlns:a16="http://schemas.microsoft.com/office/drawing/2014/main" id="{A4E4B680-BA30-0109-3898-FA0DB6EF16F7}"/>
                </a:ext>
              </a:extLst>
            </p:cNvPr>
            <p:cNvSpPr/>
            <p:nvPr/>
          </p:nvSpPr>
          <p:spPr>
            <a:xfrm>
              <a:off x="8161006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2D416156-340B-2059-1B2C-AFC955A0D6CD}"/>
                </a:ext>
              </a:extLst>
            </p:cNvPr>
            <p:cNvSpPr/>
            <p:nvPr/>
          </p:nvSpPr>
          <p:spPr>
            <a:xfrm>
              <a:off x="811016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3" name="Oval 2062">
              <a:extLst>
                <a:ext uri="{FF2B5EF4-FFF2-40B4-BE49-F238E27FC236}">
                  <a16:creationId xmlns:a16="http://schemas.microsoft.com/office/drawing/2014/main" id="{A9C17BC1-0AEA-51E9-837D-127E653FDA24}"/>
                </a:ext>
              </a:extLst>
            </p:cNvPr>
            <p:cNvSpPr/>
            <p:nvPr/>
          </p:nvSpPr>
          <p:spPr>
            <a:xfrm>
              <a:off x="8084751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BD5378-714C-DB55-C429-B23B6CAA3C7A}"/>
              </a:ext>
            </a:extLst>
          </p:cNvPr>
          <p:cNvGrpSpPr/>
          <p:nvPr/>
        </p:nvGrpSpPr>
        <p:grpSpPr>
          <a:xfrm>
            <a:off x="8607761" y="2077018"/>
            <a:ext cx="712211" cy="965106"/>
            <a:chOff x="8607761" y="2077018"/>
            <a:chExt cx="712211" cy="965106"/>
          </a:xfrm>
        </p:grpSpPr>
        <p:sp>
          <p:nvSpPr>
            <p:cNvPr id="2128" name="Oval 2127">
              <a:extLst>
                <a:ext uri="{FF2B5EF4-FFF2-40B4-BE49-F238E27FC236}">
                  <a16:creationId xmlns:a16="http://schemas.microsoft.com/office/drawing/2014/main" id="{0DE75B91-2ADA-5A23-BB18-1847079C6F3A}"/>
                </a:ext>
              </a:extLst>
            </p:cNvPr>
            <p:cNvSpPr/>
            <p:nvPr/>
          </p:nvSpPr>
          <p:spPr>
            <a:xfrm>
              <a:off x="8633180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9" name="Oval 2128">
              <a:extLst>
                <a:ext uri="{FF2B5EF4-FFF2-40B4-BE49-F238E27FC236}">
                  <a16:creationId xmlns:a16="http://schemas.microsoft.com/office/drawing/2014/main" id="{CFB73196-3821-D698-009B-2F18BFD555B8}"/>
                </a:ext>
              </a:extLst>
            </p:cNvPr>
            <p:cNvSpPr/>
            <p:nvPr/>
          </p:nvSpPr>
          <p:spPr>
            <a:xfrm>
              <a:off x="8607761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0" name="Oval 2119">
              <a:extLst>
                <a:ext uri="{FF2B5EF4-FFF2-40B4-BE49-F238E27FC236}">
                  <a16:creationId xmlns:a16="http://schemas.microsoft.com/office/drawing/2014/main" id="{BA79B6B9-02AB-1C1F-776B-3E61D53D2C44}"/>
                </a:ext>
              </a:extLst>
            </p:cNvPr>
            <p:cNvSpPr/>
            <p:nvPr/>
          </p:nvSpPr>
          <p:spPr>
            <a:xfrm>
              <a:off x="880552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3" name="Oval 2122">
              <a:extLst>
                <a:ext uri="{FF2B5EF4-FFF2-40B4-BE49-F238E27FC236}">
                  <a16:creationId xmlns:a16="http://schemas.microsoft.com/office/drawing/2014/main" id="{C07BC05F-C025-2697-B7D7-54F7DA785990}"/>
                </a:ext>
              </a:extLst>
            </p:cNvPr>
            <p:cNvSpPr/>
            <p:nvPr/>
          </p:nvSpPr>
          <p:spPr>
            <a:xfrm>
              <a:off x="8729273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6" name="Oval 2125">
              <a:extLst>
                <a:ext uri="{FF2B5EF4-FFF2-40B4-BE49-F238E27FC236}">
                  <a16:creationId xmlns:a16="http://schemas.microsoft.com/office/drawing/2014/main" id="{9E6D11C1-3DFF-197F-5A8B-312C9FCA2265}"/>
                </a:ext>
              </a:extLst>
            </p:cNvPr>
            <p:cNvSpPr/>
            <p:nvPr/>
          </p:nvSpPr>
          <p:spPr>
            <a:xfrm>
              <a:off x="8653018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3" name="Oval 2112">
              <a:extLst>
                <a:ext uri="{FF2B5EF4-FFF2-40B4-BE49-F238E27FC236}">
                  <a16:creationId xmlns:a16="http://schemas.microsoft.com/office/drawing/2014/main" id="{FCDEF292-8094-7C24-0886-18DC0DDB6F64}"/>
                </a:ext>
              </a:extLst>
            </p:cNvPr>
            <p:cNvSpPr/>
            <p:nvPr/>
          </p:nvSpPr>
          <p:spPr>
            <a:xfrm>
              <a:off x="895245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6" name="Oval 2115">
              <a:extLst>
                <a:ext uri="{FF2B5EF4-FFF2-40B4-BE49-F238E27FC236}">
                  <a16:creationId xmlns:a16="http://schemas.microsoft.com/office/drawing/2014/main" id="{05E5798D-FA2C-45D3-CC77-95291F31AF14}"/>
                </a:ext>
              </a:extLst>
            </p:cNvPr>
            <p:cNvSpPr/>
            <p:nvPr/>
          </p:nvSpPr>
          <p:spPr>
            <a:xfrm>
              <a:off x="8876204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9" name="Oval 2118">
              <a:extLst>
                <a:ext uri="{FF2B5EF4-FFF2-40B4-BE49-F238E27FC236}">
                  <a16:creationId xmlns:a16="http://schemas.microsoft.com/office/drawing/2014/main" id="{D0384877-DBB9-0D21-710B-92C9FC5661FD}"/>
                </a:ext>
              </a:extLst>
            </p:cNvPr>
            <p:cNvSpPr/>
            <p:nvPr/>
          </p:nvSpPr>
          <p:spPr>
            <a:xfrm>
              <a:off x="8799948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6" name="Oval 2105">
              <a:extLst>
                <a:ext uri="{FF2B5EF4-FFF2-40B4-BE49-F238E27FC236}">
                  <a16:creationId xmlns:a16="http://schemas.microsoft.com/office/drawing/2014/main" id="{E2957DA7-CC09-21F5-6C87-F0C3A0EDE795}"/>
                </a:ext>
              </a:extLst>
            </p:cNvPr>
            <p:cNvSpPr/>
            <p:nvPr/>
          </p:nvSpPr>
          <p:spPr>
            <a:xfrm>
              <a:off x="909938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9" name="Oval 2108">
              <a:extLst>
                <a:ext uri="{FF2B5EF4-FFF2-40B4-BE49-F238E27FC236}">
                  <a16:creationId xmlns:a16="http://schemas.microsoft.com/office/drawing/2014/main" id="{95D7D08F-D0B0-A6B0-CCA4-FE4BE523C275}"/>
                </a:ext>
              </a:extLst>
            </p:cNvPr>
            <p:cNvSpPr/>
            <p:nvPr/>
          </p:nvSpPr>
          <p:spPr>
            <a:xfrm>
              <a:off x="9023134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2" name="Oval 2111">
              <a:extLst>
                <a:ext uri="{FF2B5EF4-FFF2-40B4-BE49-F238E27FC236}">
                  <a16:creationId xmlns:a16="http://schemas.microsoft.com/office/drawing/2014/main" id="{F84B62D2-E622-0C2C-79E1-BDB1397CB8DC}"/>
                </a:ext>
              </a:extLst>
            </p:cNvPr>
            <p:cNvSpPr/>
            <p:nvPr/>
          </p:nvSpPr>
          <p:spPr>
            <a:xfrm>
              <a:off x="8946879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0" name="Oval 2099">
              <a:extLst>
                <a:ext uri="{FF2B5EF4-FFF2-40B4-BE49-F238E27FC236}">
                  <a16:creationId xmlns:a16="http://schemas.microsoft.com/office/drawing/2014/main" id="{83984BD4-1071-10E6-F51B-6C7834E758A3}"/>
                </a:ext>
              </a:extLst>
            </p:cNvPr>
            <p:cNvSpPr/>
            <p:nvPr/>
          </p:nvSpPr>
          <p:spPr>
            <a:xfrm>
              <a:off x="9220900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1" name="Oval 2100">
              <a:extLst>
                <a:ext uri="{FF2B5EF4-FFF2-40B4-BE49-F238E27FC236}">
                  <a16:creationId xmlns:a16="http://schemas.microsoft.com/office/drawing/2014/main" id="{A15DB180-B681-6127-C8B3-F52D5041369E}"/>
                </a:ext>
              </a:extLst>
            </p:cNvPr>
            <p:cNvSpPr/>
            <p:nvPr/>
          </p:nvSpPr>
          <p:spPr>
            <a:xfrm>
              <a:off x="9195481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3" name="Oval 2102">
              <a:extLst>
                <a:ext uri="{FF2B5EF4-FFF2-40B4-BE49-F238E27FC236}">
                  <a16:creationId xmlns:a16="http://schemas.microsoft.com/office/drawing/2014/main" id="{EF78B2F1-7B07-52D0-D9AF-446C596161C3}"/>
                </a:ext>
              </a:extLst>
            </p:cNvPr>
            <p:cNvSpPr/>
            <p:nvPr/>
          </p:nvSpPr>
          <p:spPr>
            <a:xfrm>
              <a:off x="9144645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4" name="Oval 2103">
              <a:extLst>
                <a:ext uri="{FF2B5EF4-FFF2-40B4-BE49-F238E27FC236}">
                  <a16:creationId xmlns:a16="http://schemas.microsoft.com/office/drawing/2014/main" id="{A1BFC876-02B1-D3BF-4FD3-05C0A21508B0}"/>
                </a:ext>
              </a:extLst>
            </p:cNvPr>
            <p:cNvSpPr/>
            <p:nvPr/>
          </p:nvSpPr>
          <p:spPr>
            <a:xfrm>
              <a:off x="9119226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3FCAF9E-6369-BC10-F85B-EB4C53626FC0}"/>
              </a:ext>
            </a:extLst>
          </p:cNvPr>
          <p:cNvGrpSpPr/>
          <p:nvPr/>
        </p:nvGrpSpPr>
        <p:grpSpPr>
          <a:xfrm>
            <a:off x="3225908" y="4903259"/>
            <a:ext cx="813884" cy="965106"/>
            <a:chOff x="3225908" y="4903259"/>
            <a:chExt cx="813884" cy="965106"/>
          </a:xfrm>
        </p:grpSpPr>
        <p:sp>
          <p:nvSpPr>
            <p:cNvPr id="733" name="Oval 732">
              <a:extLst>
                <a:ext uri="{FF2B5EF4-FFF2-40B4-BE49-F238E27FC236}">
                  <a16:creationId xmlns:a16="http://schemas.microsoft.com/office/drawing/2014/main" id="{23B2D5DE-4EB2-18B0-EC9D-EDB6F87A1F99}"/>
                </a:ext>
              </a:extLst>
            </p:cNvPr>
            <p:cNvSpPr/>
            <p:nvPr/>
          </p:nvSpPr>
          <p:spPr>
            <a:xfrm>
              <a:off x="337841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4" name="Oval 733">
              <a:extLst>
                <a:ext uri="{FF2B5EF4-FFF2-40B4-BE49-F238E27FC236}">
                  <a16:creationId xmlns:a16="http://schemas.microsoft.com/office/drawing/2014/main" id="{4B9531C8-46C5-D128-3A13-628BD7EB138A}"/>
                </a:ext>
              </a:extLst>
            </p:cNvPr>
            <p:cNvSpPr/>
            <p:nvPr/>
          </p:nvSpPr>
          <p:spPr>
            <a:xfrm>
              <a:off x="3353000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5" name="Oval 734">
              <a:extLst>
                <a:ext uri="{FF2B5EF4-FFF2-40B4-BE49-F238E27FC236}">
                  <a16:creationId xmlns:a16="http://schemas.microsoft.com/office/drawing/2014/main" id="{8702EAA8-D6C9-2993-D58B-D937E8367C3E}"/>
                </a:ext>
              </a:extLst>
            </p:cNvPr>
            <p:cNvSpPr/>
            <p:nvPr/>
          </p:nvSpPr>
          <p:spPr>
            <a:xfrm>
              <a:off x="3327582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6" name="Oval 735">
              <a:extLst>
                <a:ext uri="{FF2B5EF4-FFF2-40B4-BE49-F238E27FC236}">
                  <a16:creationId xmlns:a16="http://schemas.microsoft.com/office/drawing/2014/main" id="{F77A9956-6876-9856-281D-450FBF074088}"/>
                </a:ext>
              </a:extLst>
            </p:cNvPr>
            <p:cNvSpPr/>
            <p:nvPr/>
          </p:nvSpPr>
          <p:spPr>
            <a:xfrm>
              <a:off x="330216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7" name="Oval 736">
              <a:extLst>
                <a:ext uri="{FF2B5EF4-FFF2-40B4-BE49-F238E27FC236}">
                  <a16:creationId xmlns:a16="http://schemas.microsoft.com/office/drawing/2014/main" id="{6FDB8D24-BD49-A37C-4541-850391C7AA4C}"/>
                </a:ext>
              </a:extLst>
            </p:cNvPr>
            <p:cNvSpPr/>
            <p:nvPr/>
          </p:nvSpPr>
          <p:spPr>
            <a:xfrm>
              <a:off x="3276745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8" name="Oval 737">
              <a:extLst>
                <a:ext uri="{FF2B5EF4-FFF2-40B4-BE49-F238E27FC236}">
                  <a16:creationId xmlns:a16="http://schemas.microsoft.com/office/drawing/2014/main" id="{424620FA-B3B9-F871-4D97-410F313E4129}"/>
                </a:ext>
              </a:extLst>
            </p:cNvPr>
            <p:cNvSpPr/>
            <p:nvPr/>
          </p:nvSpPr>
          <p:spPr>
            <a:xfrm>
              <a:off x="3251326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9" name="Oval 738">
              <a:extLst>
                <a:ext uri="{FF2B5EF4-FFF2-40B4-BE49-F238E27FC236}">
                  <a16:creationId xmlns:a16="http://schemas.microsoft.com/office/drawing/2014/main" id="{8452F612-4D93-B353-C43B-82E1D79EAEFE}"/>
                </a:ext>
              </a:extLst>
            </p:cNvPr>
            <p:cNvSpPr/>
            <p:nvPr/>
          </p:nvSpPr>
          <p:spPr>
            <a:xfrm>
              <a:off x="322590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6" name="Oval 725">
              <a:extLst>
                <a:ext uri="{FF2B5EF4-FFF2-40B4-BE49-F238E27FC236}">
                  <a16:creationId xmlns:a16="http://schemas.microsoft.com/office/drawing/2014/main" id="{3A61CA8A-C87A-CB79-93A5-1B185331BBC5}"/>
                </a:ext>
              </a:extLst>
            </p:cNvPr>
            <p:cNvSpPr/>
            <p:nvPr/>
          </p:nvSpPr>
          <p:spPr>
            <a:xfrm>
              <a:off x="3525349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9" name="Oval 728">
              <a:extLst>
                <a:ext uri="{FF2B5EF4-FFF2-40B4-BE49-F238E27FC236}">
                  <a16:creationId xmlns:a16="http://schemas.microsoft.com/office/drawing/2014/main" id="{FB9BA7A4-AF84-2C3E-23FA-9E70F39A6C14}"/>
                </a:ext>
              </a:extLst>
            </p:cNvPr>
            <p:cNvSpPr/>
            <p:nvPr/>
          </p:nvSpPr>
          <p:spPr>
            <a:xfrm>
              <a:off x="344909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9" name="Oval 718">
              <a:extLst>
                <a:ext uri="{FF2B5EF4-FFF2-40B4-BE49-F238E27FC236}">
                  <a16:creationId xmlns:a16="http://schemas.microsoft.com/office/drawing/2014/main" id="{FD701C79-3071-C8AE-9BE5-D2E5161AF44C}"/>
                </a:ext>
              </a:extLst>
            </p:cNvPr>
            <p:cNvSpPr/>
            <p:nvPr/>
          </p:nvSpPr>
          <p:spPr>
            <a:xfrm>
              <a:off x="3672279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2" name="Oval 721">
              <a:extLst>
                <a:ext uri="{FF2B5EF4-FFF2-40B4-BE49-F238E27FC236}">
                  <a16:creationId xmlns:a16="http://schemas.microsoft.com/office/drawing/2014/main" id="{A07B6DC8-932F-1638-6601-D47755FFA7BF}"/>
                </a:ext>
              </a:extLst>
            </p:cNvPr>
            <p:cNvSpPr/>
            <p:nvPr/>
          </p:nvSpPr>
          <p:spPr>
            <a:xfrm>
              <a:off x="359602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2" name="Oval 711">
              <a:extLst>
                <a:ext uri="{FF2B5EF4-FFF2-40B4-BE49-F238E27FC236}">
                  <a16:creationId xmlns:a16="http://schemas.microsoft.com/office/drawing/2014/main" id="{A0472155-0423-2CA4-2828-9B904F030D68}"/>
                </a:ext>
              </a:extLst>
            </p:cNvPr>
            <p:cNvSpPr/>
            <p:nvPr/>
          </p:nvSpPr>
          <p:spPr>
            <a:xfrm>
              <a:off x="3819209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5" name="Oval 714">
              <a:extLst>
                <a:ext uri="{FF2B5EF4-FFF2-40B4-BE49-F238E27FC236}">
                  <a16:creationId xmlns:a16="http://schemas.microsoft.com/office/drawing/2014/main" id="{D44CF27B-F18C-F0B4-175D-770B1AB4F66D}"/>
                </a:ext>
              </a:extLst>
            </p:cNvPr>
            <p:cNvSpPr/>
            <p:nvPr/>
          </p:nvSpPr>
          <p:spPr>
            <a:xfrm>
              <a:off x="374295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6" name="Oval 705">
              <a:extLst>
                <a:ext uri="{FF2B5EF4-FFF2-40B4-BE49-F238E27FC236}">
                  <a16:creationId xmlns:a16="http://schemas.microsoft.com/office/drawing/2014/main" id="{220E8EA3-9C50-C0FF-1F95-53608C430B44}"/>
                </a:ext>
              </a:extLst>
            </p:cNvPr>
            <p:cNvSpPr/>
            <p:nvPr/>
          </p:nvSpPr>
          <p:spPr>
            <a:xfrm>
              <a:off x="3940720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7" name="Oval 706">
              <a:extLst>
                <a:ext uri="{FF2B5EF4-FFF2-40B4-BE49-F238E27FC236}">
                  <a16:creationId xmlns:a16="http://schemas.microsoft.com/office/drawing/2014/main" id="{BDC8CE00-AEC5-BAB2-051D-7102F8B3840F}"/>
                </a:ext>
              </a:extLst>
            </p:cNvPr>
            <p:cNvSpPr/>
            <p:nvPr/>
          </p:nvSpPr>
          <p:spPr>
            <a:xfrm>
              <a:off x="3915302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1" name="Oval 710">
              <a:extLst>
                <a:ext uri="{FF2B5EF4-FFF2-40B4-BE49-F238E27FC236}">
                  <a16:creationId xmlns:a16="http://schemas.microsoft.com/office/drawing/2014/main" id="{08C10FFB-550E-8F08-7840-4A4C0DC5EAF3}"/>
                </a:ext>
              </a:extLst>
            </p:cNvPr>
            <p:cNvSpPr/>
            <p:nvPr/>
          </p:nvSpPr>
          <p:spPr>
            <a:xfrm>
              <a:off x="381362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8" name="Oval 2217">
              <a:extLst>
                <a:ext uri="{FF2B5EF4-FFF2-40B4-BE49-F238E27FC236}">
                  <a16:creationId xmlns:a16="http://schemas.microsoft.com/office/drawing/2014/main" id="{4A8B8F9B-5A5E-905D-1ED6-32EB75C00912}"/>
                </a:ext>
              </a:extLst>
            </p:cNvPr>
            <p:cNvSpPr/>
            <p:nvPr/>
          </p:nvSpPr>
          <p:spPr>
            <a:xfrm>
              <a:off x="3570605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0" name="Oval 2219">
              <a:extLst>
                <a:ext uri="{FF2B5EF4-FFF2-40B4-BE49-F238E27FC236}">
                  <a16:creationId xmlns:a16="http://schemas.microsoft.com/office/drawing/2014/main" id="{6C7BC9FD-4834-95AE-65D7-DA3789568C11}"/>
                </a:ext>
              </a:extLst>
            </p:cNvPr>
            <p:cNvSpPr/>
            <p:nvPr/>
          </p:nvSpPr>
          <p:spPr>
            <a:xfrm>
              <a:off x="3692117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B00E1A85-3E0A-1A66-61E4-A118155B1BF8}"/>
              </a:ext>
            </a:extLst>
          </p:cNvPr>
          <p:cNvSpPr/>
          <p:nvPr/>
        </p:nvSpPr>
        <p:spPr>
          <a:xfrm>
            <a:off x="-739790" y="1408358"/>
            <a:ext cx="99072" cy="100085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818B8A-6338-84F7-889F-879E8B2A39F7}"/>
              </a:ext>
            </a:extLst>
          </p:cNvPr>
          <p:cNvGrpSpPr/>
          <p:nvPr/>
        </p:nvGrpSpPr>
        <p:grpSpPr>
          <a:xfrm>
            <a:off x="549564" y="687506"/>
            <a:ext cx="200746" cy="676763"/>
            <a:chOff x="549564" y="687506"/>
            <a:chExt cx="200746" cy="676763"/>
          </a:xfrm>
        </p:grpSpPr>
        <p:sp>
          <p:nvSpPr>
            <p:cNvPr id="2284" name="Oval 2283">
              <a:extLst>
                <a:ext uri="{FF2B5EF4-FFF2-40B4-BE49-F238E27FC236}">
                  <a16:creationId xmlns:a16="http://schemas.microsoft.com/office/drawing/2014/main" id="{1505AA1A-FE86-4728-D5F9-177178085C27}"/>
                </a:ext>
              </a:extLst>
            </p:cNvPr>
            <p:cNvSpPr/>
            <p:nvPr/>
          </p:nvSpPr>
          <p:spPr>
            <a:xfrm>
              <a:off x="651238" y="68750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8" name="Oval 2287">
              <a:extLst>
                <a:ext uri="{FF2B5EF4-FFF2-40B4-BE49-F238E27FC236}">
                  <a16:creationId xmlns:a16="http://schemas.microsoft.com/office/drawing/2014/main" id="{EBBF8A04-C332-CC5F-D0A1-9FC2B41CA8A2}"/>
                </a:ext>
              </a:extLst>
            </p:cNvPr>
            <p:cNvSpPr/>
            <p:nvPr/>
          </p:nvSpPr>
          <p:spPr>
            <a:xfrm>
              <a:off x="549564" y="1264184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861" name="Group 1860">
            <a:extLst>
              <a:ext uri="{FF2B5EF4-FFF2-40B4-BE49-F238E27FC236}">
                <a16:creationId xmlns:a16="http://schemas.microsoft.com/office/drawing/2014/main" id="{41BA929F-7012-59F1-B8F8-96CF603AB60C}"/>
              </a:ext>
            </a:extLst>
          </p:cNvPr>
          <p:cNvGrpSpPr/>
          <p:nvPr/>
        </p:nvGrpSpPr>
        <p:grpSpPr>
          <a:xfrm>
            <a:off x="1318570" y="3634307"/>
            <a:ext cx="813600" cy="964800"/>
            <a:chOff x="2691609" y="3043237"/>
            <a:chExt cx="630315" cy="77152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DFB69CC-9A88-22F8-D7BB-2BDFAD9EE302}"/>
                </a:ext>
              </a:extLst>
            </p:cNvPr>
            <p:cNvSpPr/>
            <p:nvPr/>
          </p:nvSpPr>
          <p:spPr>
            <a:xfrm>
              <a:off x="2772889" y="3158489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8D8D1EA-D209-E9A6-5225-113C9CB0F911}"/>
                </a:ext>
              </a:extLst>
            </p:cNvPr>
            <p:cNvSpPr/>
            <p:nvPr/>
          </p:nvSpPr>
          <p:spPr>
            <a:xfrm>
              <a:off x="2752569" y="3273741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902BBC6-7FF9-1DE7-B2CE-1ED85F3C7F6A}"/>
                </a:ext>
              </a:extLst>
            </p:cNvPr>
            <p:cNvSpPr/>
            <p:nvPr/>
          </p:nvSpPr>
          <p:spPr>
            <a:xfrm>
              <a:off x="2732249" y="3388993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1C5F273-B0E4-F01C-5FD2-E1C4F11ED0BE}"/>
                </a:ext>
              </a:extLst>
            </p:cNvPr>
            <p:cNvSpPr/>
            <p:nvPr/>
          </p:nvSpPr>
          <p:spPr>
            <a:xfrm>
              <a:off x="2711929" y="3504245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469CC85-1464-3A67-3A11-04DCDB9622E0}"/>
                </a:ext>
              </a:extLst>
            </p:cNvPr>
            <p:cNvSpPr/>
            <p:nvPr/>
          </p:nvSpPr>
          <p:spPr>
            <a:xfrm>
              <a:off x="2691609" y="361949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5A3175E-3D85-8D0F-04BC-3AAFF84589EC}"/>
                </a:ext>
              </a:extLst>
            </p:cNvPr>
            <p:cNvSpPr/>
            <p:nvPr/>
          </p:nvSpPr>
          <p:spPr>
            <a:xfrm>
              <a:off x="2910668" y="304323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DF69A23-7B3B-F3D7-C996-D831EFBD8B87}"/>
                </a:ext>
              </a:extLst>
            </p:cNvPr>
            <p:cNvSpPr/>
            <p:nvPr/>
          </p:nvSpPr>
          <p:spPr>
            <a:xfrm>
              <a:off x="2788748" y="3734752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314CA57-75DC-4CE1-B285-159E2F7E848E}"/>
                </a:ext>
              </a:extLst>
            </p:cNvPr>
            <p:cNvSpPr/>
            <p:nvPr/>
          </p:nvSpPr>
          <p:spPr>
            <a:xfrm>
              <a:off x="3028127" y="304323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9C747C-C5AC-6BCA-D3EA-12E368F249CD}"/>
                </a:ext>
              </a:extLst>
            </p:cNvPr>
            <p:cNvSpPr/>
            <p:nvPr/>
          </p:nvSpPr>
          <p:spPr>
            <a:xfrm>
              <a:off x="2906207" y="3734752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77D56D2-6598-0417-BFD1-F6DF44F711D0}"/>
                </a:ext>
              </a:extLst>
            </p:cNvPr>
            <p:cNvSpPr/>
            <p:nvPr/>
          </p:nvSpPr>
          <p:spPr>
            <a:xfrm>
              <a:off x="3145586" y="304323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11F8467-8888-330D-51CF-9FD6562548A7}"/>
                </a:ext>
              </a:extLst>
            </p:cNvPr>
            <p:cNvSpPr/>
            <p:nvPr/>
          </p:nvSpPr>
          <p:spPr>
            <a:xfrm>
              <a:off x="3023666" y="3734752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6" name="Oval 1855">
              <a:extLst>
                <a:ext uri="{FF2B5EF4-FFF2-40B4-BE49-F238E27FC236}">
                  <a16:creationId xmlns:a16="http://schemas.microsoft.com/office/drawing/2014/main" id="{383C8623-B634-DE34-D000-7B3E4174E65C}"/>
                </a:ext>
              </a:extLst>
            </p:cNvPr>
            <p:cNvSpPr/>
            <p:nvPr/>
          </p:nvSpPr>
          <p:spPr>
            <a:xfrm>
              <a:off x="3242724" y="3158489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9" name="Oval 1858">
              <a:extLst>
                <a:ext uri="{FF2B5EF4-FFF2-40B4-BE49-F238E27FC236}">
                  <a16:creationId xmlns:a16="http://schemas.microsoft.com/office/drawing/2014/main" id="{8D187F80-A70B-A097-C435-603F7897E4B5}"/>
                </a:ext>
              </a:extLst>
            </p:cNvPr>
            <p:cNvSpPr/>
            <p:nvPr/>
          </p:nvSpPr>
          <p:spPr>
            <a:xfrm>
              <a:off x="3161444" y="361949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65765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2D49D-BAA3-4911-E142-734B6949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per with a qr code&#10;&#10;AI-generated content may be incorrect.">
            <a:extLst>
              <a:ext uri="{FF2B5EF4-FFF2-40B4-BE49-F238E27FC236}">
                <a16:creationId xmlns:a16="http://schemas.microsoft.com/office/drawing/2014/main" id="{14CC9955-5874-5D7A-81ED-33CB828FA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068" y="0"/>
            <a:ext cx="4829863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FF15D22-C052-BAB1-AB68-01DA72056C9C}"/>
              </a:ext>
            </a:extLst>
          </p:cNvPr>
          <p:cNvGrpSpPr/>
          <p:nvPr/>
        </p:nvGrpSpPr>
        <p:grpSpPr>
          <a:xfrm>
            <a:off x="7325934" y="2807563"/>
            <a:ext cx="428697" cy="524738"/>
            <a:chOff x="163999" y="4903259"/>
            <a:chExt cx="788466" cy="96510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5E4CCB1-7D88-2755-4996-5EA3ED959A93}"/>
                </a:ext>
              </a:extLst>
            </p:cNvPr>
            <p:cNvSpPr/>
            <p:nvPr/>
          </p:nvSpPr>
          <p:spPr>
            <a:xfrm>
              <a:off x="26567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2C28F22-9EBB-9890-E9A5-2DDB2098012D}"/>
                </a:ext>
              </a:extLst>
            </p:cNvPr>
            <p:cNvSpPr/>
            <p:nvPr/>
          </p:nvSpPr>
          <p:spPr>
            <a:xfrm>
              <a:off x="240255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E298C73-F878-6BAD-2FF7-DDCD78236F3E}"/>
                </a:ext>
              </a:extLst>
            </p:cNvPr>
            <p:cNvSpPr/>
            <p:nvPr/>
          </p:nvSpPr>
          <p:spPr>
            <a:xfrm>
              <a:off x="21483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093E4A-1200-5AC6-5B51-991F645FEA76}"/>
                </a:ext>
              </a:extLst>
            </p:cNvPr>
            <p:cNvSpPr/>
            <p:nvPr/>
          </p:nvSpPr>
          <p:spPr>
            <a:xfrm>
              <a:off x="189418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7F8057F-D04C-8392-EA18-5190A40CF4F2}"/>
                </a:ext>
              </a:extLst>
            </p:cNvPr>
            <p:cNvSpPr/>
            <p:nvPr/>
          </p:nvSpPr>
          <p:spPr>
            <a:xfrm>
              <a:off x="163999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327A68-658A-8516-EA77-7A885813B625}"/>
                </a:ext>
              </a:extLst>
            </p:cNvPr>
            <p:cNvSpPr/>
            <p:nvPr/>
          </p:nvSpPr>
          <p:spPr>
            <a:xfrm>
              <a:off x="43802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EECF516-A715-0DFF-5729-411FF2F0FDA4}"/>
                </a:ext>
              </a:extLst>
            </p:cNvPr>
            <p:cNvSpPr/>
            <p:nvPr/>
          </p:nvSpPr>
          <p:spPr>
            <a:xfrm>
              <a:off x="285511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87D5215-90DC-0241-0C55-B25863E7B204}"/>
                </a:ext>
              </a:extLst>
            </p:cNvPr>
            <p:cNvSpPr/>
            <p:nvPr/>
          </p:nvSpPr>
          <p:spPr>
            <a:xfrm>
              <a:off x="58495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DAB4BA3-5162-2819-3BE0-D099111FEF4F}"/>
                </a:ext>
              </a:extLst>
            </p:cNvPr>
            <p:cNvSpPr/>
            <p:nvPr/>
          </p:nvSpPr>
          <p:spPr>
            <a:xfrm>
              <a:off x="432442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536AFC5-7567-1646-B9F6-DA5532F7CAD2}"/>
                </a:ext>
              </a:extLst>
            </p:cNvPr>
            <p:cNvSpPr/>
            <p:nvPr/>
          </p:nvSpPr>
          <p:spPr>
            <a:xfrm>
              <a:off x="731883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85DD98B-B01C-AE88-95E2-52F7DC46FA6F}"/>
                </a:ext>
              </a:extLst>
            </p:cNvPr>
            <p:cNvSpPr/>
            <p:nvPr/>
          </p:nvSpPr>
          <p:spPr>
            <a:xfrm>
              <a:off x="579372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F462246-B69B-CE62-1832-C7590ECA63AE}"/>
                </a:ext>
              </a:extLst>
            </p:cNvPr>
            <p:cNvSpPr/>
            <p:nvPr/>
          </p:nvSpPr>
          <p:spPr>
            <a:xfrm>
              <a:off x="85339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63A405B-2374-09D6-CFA4-12944A0D3F63}"/>
                </a:ext>
              </a:extLst>
            </p:cNvPr>
            <p:cNvSpPr/>
            <p:nvPr/>
          </p:nvSpPr>
          <p:spPr>
            <a:xfrm>
              <a:off x="827975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DDA2BBF-FBD2-8396-D8F0-D2A390F16D9B}"/>
                </a:ext>
              </a:extLst>
            </p:cNvPr>
            <p:cNvSpPr/>
            <p:nvPr/>
          </p:nvSpPr>
          <p:spPr>
            <a:xfrm>
              <a:off x="80255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6B9387D-AAEF-3204-75B9-1914642C6722}"/>
                </a:ext>
              </a:extLst>
            </p:cNvPr>
            <p:cNvSpPr/>
            <p:nvPr/>
          </p:nvSpPr>
          <p:spPr>
            <a:xfrm>
              <a:off x="777138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56BC77E-2DA4-663F-93F3-873699DFB8A5}"/>
                </a:ext>
              </a:extLst>
            </p:cNvPr>
            <p:cNvSpPr/>
            <p:nvPr/>
          </p:nvSpPr>
          <p:spPr>
            <a:xfrm>
              <a:off x="751719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5A7627F-9E10-CBCF-AA27-C324B022CAE5}"/>
              </a:ext>
            </a:extLst>
          </p:cNvPr>
          <p:cNvGrpSpPr/>
          <p:nvPr/>
        </p:nvGrpSpPr>
        <p:grpSpPr>
          <a:xfrm>
            <a:off x="7892835" y="2807563"/>
            <a:ext cx="442517" cy="524738"/>
            <a:chOff x="1167690" y="4903259"/>
            <a:chExt cx="813884" cy="96510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D79D074-1FC9-D57E-2F92-BC7CD36A3B46}"/>
                </a:ext>
              </a:extLst>
            </p:cNvPr>
            <p:cNvSpPr/>
            <p:nvPr/>
          </p:nvSpPr>
          <p:spPr>
            <a:xfrm>
              <a:off x="132020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3371C22-E46C-4042-88AD-1A919EBC65C7}"/>
                </a:ext>
              </a:extLst>
            </p:cNvPr>
            <p:cNvSpPr/>
            <p:nvPr/>
          </p:nvSpPr>
          <p:spPr>
            <a:xfrm>
              <a:off x="1294782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C82B763-9035-6F09-2AF8-F92046DB13D0}"/>
                </a:ext>
              </a:extLst>
            </p:cNvPr>
            <p:cNvSpPr/>
            <p:nvPr/>
          </p:nvSpPr>
          <p:spPr>
            <a:xfrm>
              <a:off x="126936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FCCB698-816F-C561-3646-E06EE1350869}"/>
                </a:ext>
              </a:extLst>
            </p:cNvPr>
            <p:cNvSpPr/>
            <p:nvPr/>
          </p:nvSpPr>
          <p:spPr>
            <a:xfrm>
              <a:off x="1243945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17B54C5-FA3A-0AB4-6CA0-41958F5FDED9}"/>
                </a:ext>
              </a:extLst>
            </p:cNvPr>
            <p:cNvSpPr/>
            <p:nvPr/>
          </p:nvSpPr>
          <p:spPr>
            <a:xfrm>
              <a:off x="1218527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C854FCC-7958-B969-DF7A-2AC5E2D01D60}"/>
                </a:ext>
              </a:extLst>
            </p:cNvPr>
            <p:cNvSpPr/>
            <p:nvPr/>
          </p:nvSpPr>
          <p:spPr>
            <a:xfrm>
              <a:off x="1193108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1B69405-3AD5-F6FE-2177-0CC0AB010832}"/>
                </a:ext>
              </a:extLst>
            </p:cNvPr>
            <p:cNvSpPr/>
            <p:nvPr/>
          </p:nvSpPr>
          <p:spPr>
            <a:xfrm>
              <a:off x="116769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46C19A6-8271-C254-1CD7-59017644FD10}"/>
                </a:ext>
              </a:extLst>
            </p:cNvPr>
            <p:cNvSpPr/>
            <p:nvPr/>
          </p:nvSpPr>
          <p:spPr>
            <a:xfrm>
              <a:off x="146713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0E1DCEE-4794-B00C-A79F-0618154319E2}"/>
                </a:ext>
              </a:extLst>
            </p:cNvPr>
            <p:cNvSpPr/>
            <p:nvPr/>
          </p:nvSpPr>
          <p:spPr>
            <a:xfrm>
              <a:off x="139087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57E8A50-0425-17EA-11AC-806538A054B9}"/>
                </a:ext>
              </a:extLst>
            </p:cNvPr>
            <p:cNvSpPr/>
            <p:nvPr/>
          </p:nvSpPr>
          <p:spPr>
            <a:xfrm>
              <a:off x="161406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8541AC1-A85C-793B-C43E-A7E2A7EB240E}"/>
                </a:ext>
              </a:extLst>
            </p:cNvPr>
            <p:cNvSpPr/>
            <p:nvPr/>
          </p:nvSpPr>
          <p:spPr>
            <a:xfrm>
              <a:off x="153780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5B5D259-AE40-6AB0-8C4A-BA5BC1B700F6}"/>
                </a:ext>
              </a:extLst>
            </p:cNvPr>
            <p:cNvSpPr/>
            <p:nvPr/>
          </p:nvSpPr>
          <p:spPr>
            <a:xfrm>
              <a:off x="176099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5D1DCAA-6427-FD60-FE7E-01ACD4AAF62F}"/>
                </a:ext>
              </a:extLst>
            </p:cNvPr>
            <p:cNvSpPr/>
            <p:nvPr/>
          </p:nvSpPr>
          <p:spPr>
            <a:xfrm>
              <a:off x="168473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6003BB1-5435-A63D-173C-26035591DC29}"/>
                </a:ext>
              </a:extLst>
            </p:cNvPr>
            <p:cNvSpPr/>
            <p:nvPr/>
          </p:nvSpPr>
          <p:spPr>
            <a:xfrm>
              <a:off x="1882502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640292B-BA7F-8F27-E05D-9618ADDC7D88}"/>
                </a:ext>
              </a:extLst>
            </p:cNvPr>
            <p:cNvSpPr/>
            <p:nvPr/>
          </p:nvSpPr>
          <p:spPr>
            <a:xfrm>
              <a:off x="185708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65B29C8-46DB-487C-8109-910EA694AE0C}"/>
              </a:ext>
            </a:extLst>
          </p:cNvPr>
          <p:cNvGrpSpPr/>
          <p:nvPr/>
        </p:nvGrpSpPr>
        <p:grpSpPr>
          <a:xfrm>
            <a:off x="3855421" y="3557371"/>
            <a:ext cx="428697" cy="524738"/>
            <a:chOff x="2222217" y="4903259"/>
            <a:chExt cx="788466" cy="96510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0F3E248-A9FC-F836-567E-82E7AC5FF897}"/>
                </a:ext>
              </a:extLst>
            </p:cNvPr>
            <p:cNvSpPr/>
            <p:nvPr/>
          </p:nvSpPr>
          <p:spPr>
            <a:xfrm>
              <a:off x="2323891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9110542-9C30-DE0A-D15F-1A120784B2AC}"/>
                </a:ext>
              </a:extLst>
            </p:cNvPr>
            <p:cNvSpPr/>
            <p:nvPr/>
          </p:nvSpPr>
          <p:spPr>
            <a:xfrm>
              <a:off x="2298473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074C03B-3543-66C8-5775-659FE0A4959C}"/>
                </a:ext>
              </a:extLst>
            </p:cNvPr>
            <p:cNvSpPr/>
            <p:nvPr/>
          </p:nvSpPr>
          <p:spPr>
            <a:xfrm>
              <a:off x="227305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49D783A-B731-6209-22F4-FD54D3E99565}"/>
                </a:ext>
              </a:extLst>
            </p:cNvPr>
            <p:cNvSpPr/>
            <p:nvPr/>
          </p:nvSpPr>
          <p:spPr>
            <a:xfrm>
              <a:off x="2247636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3F2030E-7972-A335-017F-B9C162D5F4D3}"/>
                </a:ext>
              </a:extLst>
            </p:cNvPr>
            <p:cNvSpPr/>
            <p:nvPr/>
          </p:nvSpPr>
          <p:spPr>
            <a:xfrm>
              <a:off x="2222217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8134A43-EC1E-C45B-E2C3-9D4091F40122}"/>
                </a:ext>
              </a:extLst>
            </p:cNvPr>
            <p:cNvSpPr/>
            <p:nvPr/>
          </p:nvSpPr>
          <p:spPr>
            <a:xfrm>
              <a:off x="249624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F35437E-0FD2-FE35-3CCE-729E0C53034A}"/>
                </a:ext>
              </a:extLst>
            </p:cNvPr>
            <p:cNvSpPr/>
            <p:nvPr/>
          </p:nvSpPr>
          <p:spPr>
            <a:xfrm>
              <a:off x="234372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23E9A1E-DC6A-30AC-AF73-6B98CCD0957E}"/>
                </a:ext>
              </a:extLst>
            </p:cNvPr>
            <p:cNvSpPr/>
            <p:nvPr/>
          </p:nvSpPr>
          <p:spPr>
            <a:xfrm>
              <a:off x="264317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413CE35-808D-0E1E-8D23-F421DF6CF88E}"/>
                </a:ext>
              </a:extLst>
            </p:cNvPr>
            <p:cNvSpPr/>
            <p:nvPr/>
          </p:nvSpPr>
          <p:spPr>
            <a:xfrm>
              <a:off x="249065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D98A192-62D8-DABB-3C43-321DAE723A3A}"/>
                </a:ext>
              </a:extLst>
            </p:cNvPr>
            <p:cNvSpPr/>
            <p:nvPr/>
          </p:nvSpPr>
          <p:spPr>
            <a:xfrm>
              <a:off x="279010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B58784B-149D-33F4-F948-9B73C4A3214B}"/>
                </a:ext>
              </a:extLst>
            </p:cNvPr>
            <p:cNvSpPr/>
            <p:nvPr/>
          </p:nvSpPr>
          <p:spPr>
            <a:xfrm>
              <a:off x="2663008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C0D29D3-F6F7-607C-1302-660190207FBB}"/>
                </a:ext>
              </a:extLst>
            </p:cNvPr>
            <p:cNvSpPr/>
            <p:nvPr/>
          </p:nvSpPr>
          <p:spPr>
            <a:xfrm>
              <a:off x="263759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FEA1E56-724B-0027-1504-C6818813ACE1}"/>
                </a:ext>
              </a:extLst>
            </p:cNvPr>
            <p:cNvSpPr/>
            <p:nvPr/>
          </p:nvSpPr>
          <p:spPr>
            <a:xfrm>
              <a:off x="2911611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5DA0DFE-3EEA-8EEF-1D61-6427953F4FE8}"/>
                </a:ext>
              </a:extLst>
            </p:cNvPr>
            <p:cNvSpPr/>
            <p:nvPr/>
          </p:nvSpPr>
          <p:spPr>
            <a:xfrm>
              <a:off x="2886193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7719368-58B0-4122-57ED-EAE0DCB63654}"/>
                </a:ext>
              </a:extLst>
            </p:cNvPr>
            <p:cNvSpPr/>
            <p:nvPr/>
          </p:nvSpPr>
          <p:spPr>
            <a:xfrm>
              <a:off x="286077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FAD4F4D-32E1-5B9B-7D75-DAF6B7F3D49A}"/>
                </a:ext>
              </a:extLst>
            </p:cNvPr>
            <p:cNvSpPr/>
            <p:nvPr/>
          </p:nvSpPr>
          <p:spPr>
            <a:xfrm>
              <a:off x="2835356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CA3321D-AD7C-415D-45CA-1FF2270317B6}"/>
                </a:ext>
              </a:extLst>
            </p:cNvPr>
            <p:cNvSpPr/>
            <p:nvPr/>
          </p:nvSpPr>
          <p:spPr>
            <a:xfrm>
              <a:off x="2809937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BBC548E-E191-32F1-6EB2-BD4F6CFAD76D}"/>
                </a:ext>
              </a:extLst>
            </p:cNvPr>
            <p:cNvSpPr/>
            <p:nvPr/>
          </p:nvSpPr>
          <p:spPr>
            <a:xfrm>
              <a:off x="278451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6D231EB-62EB-EDD2-46FC-7CEDA02BD84E}"/>
              </a:ext>
            </a:extLst>
          </p:cNvPr>
          <p:cNvGrpSpPr/>
          <p:nvPr/>
        </p:nvGrpSpPr>
        <p:grpSpPr>
          <a:xfrm>
            <a:off x="5018839" y="3557371"/>
            <a:ext cx="428697" cy="524738"/>
            <a:chOff x="4280435" y="4903259"/>
            <a:chExt cx="788466" cy="965106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393C58B-F573-31F5-42B7-44155BBEF762}"/>
                </a:ext>
              </a:extLst>
            </p:cNvPr>
            <p:cNvSpPr/>
            <p:nvPr/>
          </p:nvSpPr>
          <p:spPr>
            <a:xfrm>
              <a:off x="4382109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3A9C30A-F2F1-39E7-04D9-2C76D05D6D49}"/>
                </a:ext>
              </a:extLst>
            </p:cNvPr>
            <p:cNvSpPr/>
            <p:nvPr/>
          </p:nvSpPr>
          <p:spPr>
            <a:xfrm>
              <a:off x="4356690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BC31484-F425-8C88-4770-E237F8777198}"/>
                </a:ext>
              </a:extLst>
            </p:cNvPr>
            <p:cNvSpPr/>
            <p:nvPr/>
          </p:nvSpPr>
          <p:spPr>
            <a:xfrm>
              <a:off x="4280435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A350CB3-FE0F-2570-DFD7-EB1B5C630721}"/>
                </a:ext>
              </a:extLst>
            </p:cNvPr>
            <p:cNvSpPr/>
            <p:nvPr/>
          </p:nvSpPr>
          <p:spPr>
            <a:xfrm>
              <a:off x="455445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8F07361-1B17-99EB-6F01-F8F208F14431}"/>
                </a:ext>
              </a:extLst>
            </p:cNvPr>
            <p:cNvSpPr/>
            <p:nvPr/>
          </p:nvSpPr>
          <p:spPr>
            <a:xfrm>
              <a:off x="4478202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E8D4D85-2926-FDC5-8538-1E7D180B703C}"/>
                </a:ext>
              </a:extLst>
            </p:cNvPr>
            <p:cNvSpPr/>
            <p:nvPr/>
          </p:nvSpPr>
          <p:spPr>
            <a:xfrm>
              <a:off x="4401947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6" name="Oval 1855">
              <a:extLst>
                <a:ext uri="{FF2B5EF4-FFF2-40B4-BE49-F238E27FC236}">
                  <a16:creationId xmlns:a16="http://schemas.microsoft.com/office/drawing/2014/main" id="{8E451C6F-6B64-F6A4-37B3-5CED320ED296}"/>
                </a:ext>
              </a:extLst>
            </p:cNvPr>
            <p:cNvSpPr/>
            <p:nvPr/>
          </p:nvSpPr>
          <p:spPr>
            <a:xfrm>
              <a:off x="470138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9" name="Oval 1858">
              <a:extLst>
                <a:ext uri="{FF2B5EF4-FFF2-40B4-BE49-F238E27FC236}">
                  <a16:creationId xmlns:a16="http://schemas.microsoft.com/office/drawing/2014/main" id="{9BCC8F8E-DF11-D8DA-0111-926FC7749C33}"/>
                </a:ext>
              </a:extLst>
            </p:cNvPr>
            <p:cNvSpPr/>
            <p:nvPr/>
          </p:nvSpPr>
          <p:spPr>
            <a:xfrm>
              <a:off x="462513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1" name="Oval 1860">
              <a:extLst>
                <a:ext uri="{FF2B5EF4-FFF2-40B4-BE49-F238E27FC236}">
                  <a16:creationId xmlns:a16="http://schemas.microsoft.com/office/drawing/2014/main" id="{30712CD0-9B9A-7780-CF45-D022FE676A78}"/>
                </a:ext>
              </a:extLst>
            </p:cNvPr>
            <p:cNvSpPr/>
            <p:nvPr/>
          </p:nvSpPr>
          <p:spPr>
            <a:xfrm>
              <a:off x="4548877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2" name="Oval 1861">
              <a:extLst>
                <a:ext uri="{FF2B5EF4-FFF2-40B4-BE49-F238E27FC236}">
                  <a16:creationId xmlns:a16="http://schemas.microsoft.com/office/drawing/2014/main" id="{91639BB6-5450-C99A-93D0-5555D67AC6CB}"/>
                </a:ext>
              </a:extLst>
            </p:cNvPr>
            <p:cNvSpPr/>
            <p:nvPr/>
          </p:nvSpPr>
          <p:spPr>
            <a:xfrm>
              <a:off x="484831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4" name="Oval 1863">
              <a:extLst>
                <a:ext uri="{FF2B5EF4-FFF2-40B4-BE49-F238E27FC236}">
                  <a16:creationId xmlns:a16="http://schemas.microsoft.com/office/drawing/2014/main" id="{7CE5D561-5F79-85C3-AE54-EE30C23A0478}"/>
                </a:ext>
              </a:extLst>
            </p:cNvPr>
            <p:cNvSpPr/>
            <p:nvPr/>
          </p:nvSpPr>
          <p:spPr>
            <a:xfrm>
              <a:off x="477206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5" name="Oval 1864">
              <a:extLst>
                <a:ext uri="{FF2B5EF4-FFF2-40B4-BE49-F238E27FC236}">
                  <a16:creationId xmlns:a16="http://schemas.microsoft.com/office/drawing/2014/main" id="{7DD4E214-D594-5F83-7310-1DF14F565CF2}"/>
                </a:ext>
              </a:extLst>
            </p:cNvPr>
            <p:cNvSpPr/>
            <p:nvPr/>
          </p:nvSpPr>
          <p:spPr>
            <a:xfrm>
              <a:off x="469580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8" name="Oval 1867">
              <a:extLst>
                <a:ext uri="{FF2B5EF4-FFF2-40B4-BE49-F238E27FC236}">
                  <a16:creationId xmlns:a16="http://schemas.microsoft.com/office/drawing/2014/main" id="{239F906E-BA55-1EC7-AFAE-2C8691F8DD49}"/>
                </a:ext>
              </a:extLst>
            </p:cNvPr>
            <p:cNvSpPr/>
            <p:nvPr/>
          </p:nvSpPr>
          <p:spPr>
            <a:xfrm>
              <a:off x="4969829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9" name="Oval 1868">
              <a:extLst>
                <a:ext uri="{FF2B5EF4-FFF2-40B4-BE49-F238E27FC236}">
                  <a16:creationId xmlns:a16="http://schemas.microsoft.com/office/drawing/2014/main" id="{A61B4EBF-A13E-9B73-4F50-D3A112E286B8}"/>
                </a:ext>
              </a:extLst>
            </p:cNvPr>
            <p:cNvSpPr/>
            <p:nvPr/>
          </p:nvSpPr>
          <p:spPr>
            <a:xfrm>
              <a:off x="4893574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1" name="Oval 1870">
              <a:extLst>
                <a:ext uri="{FF2B5EF4-FFF2-40B4-BE49-F238E27FC236}">
                  <a16:creationId xmlns:a16="http://schemas.microsoft.com/office/drawing/2014/main" id="{649D3D3B-98D5-07A4-AE05-C02BD56F0D4B}"/>
                </a:ext>
              </a:extLst>
            </p:cNvPr>
            <p:cNvSpPr/>
            <p:nvPr/>
          </p:nvSpPr>
          <p:spPr>
            <a:xfrm>
              <a:off x="4868155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872" name="Group 1871">
            <a:extLst>
              <a:ext uri="{FF2B5EF4-FFF2-40B4-BE49-F238E27FC236}">
                <a16:creationId xmlns:a16="http://schemas.microsoft.com/office/drawing/2014/main" id="{8B7CFBD7-74A9-5B18-3EEA-B48962B59172}"/>
              </a:ext>
            </a:extLst>
          </p:cNvPr>
          <p:cNvGrpSpPr/>
          <p:nvPr/>
        </p:nvGrpSpPr>
        <p:grpSpPr>
          <a:xfrm>
            <a:off x="5611926" y="3557371"/>
            <a:ext cx="373416" cy="524738"/>
            <a:chOff x="5436636" y="4903259"/>
            <a:chExt cx="686792" cy="965106"/>
          </a:xfrm>
        </p:grpSpPr>
        <p:sp>
          <p:nvSpPr>
            <p:cNvPr id="1875" name="Oval 1874">
              <a:extLst>
                <a:ext uri="{FF2B5EF4-FFF2-40B4-BE49-F238E27FC236}">
                  <a16:creationId xmlns:a16="http://schemas.microsoft.com/office/drawing/2014/main" id="{E7715B67-C16C-56A2-ECE0-E90FD2677ED2}"/>
                </a:ext>
              </a:extLst>
            </p:cNvPr>
            <p:cNvSpPr/>
            <p:nvPr/>
          </p:nvSpPr>
          <p:spPr>
            <a:xfrm>
              <a:off x="5436636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6" name="Oval 1875">
              <a:extLst>
                <a:ext uri="{FF2B5EF4-FFF2-40B4-BE49-F238E27FC236}">
                  <a16:creationId xmlns:a16="http://schemas.microsoft.com/office/drawing/2014/main" id="{3F971CE1-864F-C3D3-2C94-89839B2570C5}"/>
                </a:ext>
              </a:extLst>
            </p:cNvPr>
            <p:cNvSpPr/>
            <p:nvPr/>
          </p:nvSpPr>
          <p:spPr>
            <a:xfrm>
              <a:off x="558356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8" name="Oval 1877">
              <a:extLst>
                <a:ext uri="{FF2B5EF4-FFF2-40B4-BE49-F238E27FC236}">
                  <a16:creationId xmlns:a16="http://schemas.microsoft.com/office/drawing/2014/main" id="{47B32C01-7EEF-CC2B-6C7D-F135EDF74509}"/>
                </a:ext>
              </a:extLst>
            </p:cNvPr>
            <p:cNvSpPr/>
            <p:nvPr/>
          </p:nvSpPr>
          <p:spPr>
            <a:xfrm>
              <a:off x="573049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9" name="Oval 1878">
              <a:extLst>
                <a:ext uri="{FF2B5EF4-FFF2-40B4-BE49-F238E27FC236}">
                  <a16:creationId xmlns:a16="http://schemas.microsoft.com/office/drawing/2014/main" id="{DFD2DF42-86C2-EA07-C5BC-E6BC0E26E23E}"/>
                </a:ext>
              </a:extLst>
            </p:cNvPr>
            <p:cNvSpPr/>
            <p:nvPr/>
          </p:nvSpPr>
          <p:spPr>
            <a:xfrm>
              <a:off x="5705079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1" name="Oval 1880">
              <a:extLst>
                <a:ext uri="{FF2B5EF4-FFF2-40B4-BE49-F238E27FC236}">
                  <a16:creationId xmlns:a16="http://schemas.microsoft.com/office/drawing/2014/main" id="{F4E76964-24A8-EC9D-D430-FEAB07F328A9}"/>
                </a:ext>
              </a:extLst>
            </p:cNvPr>
            <p:cNvSpPr/>
            <p:nvPr/>
          </p:nvSpPr>
          <p:spPr>
            <a:xfrm>
              <a:off x="5679660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2" name="Oval 1881">
              <a:extLst>
                <a:ext uri="{FF2B5EF4-FFF2-40B4-BE49-F238E27FC236}">
                  <a16:creationId xmlns:a16="http://schemas.microsoft.com/office/drawing/2014/main" id="{AED8799B-6ACD-1D4A-B4B5-D042543F7C29}"/>
                </a:ext>
              </a:extLst>
            </p:cNvPr>
            <p:cNvSpPr/>
            <p:nvPr/>
          </p:nvSpPr>
          <p:spPr>
            <a:xfrm>
              <a:off x="5654242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3" name="Oval 1882">
              <a:extLst>
                <a:ext uri="{FF2B5EF4-FFF2-40B4-BE49-F238E27FC236}">
                  <a16:creationId xmlns:a16="http://schemas.microsoft.com/office/drawing/2014/main" id="{B9CB01B5-CD74-0423-82CB-A21A0743B99D}"/>
                </a:ext>
              </a:extLst>
            </p:cNvPr>
            <p:cNvSpPr/>
            <p:nvPr/>
          </p:nvSpPr>
          <p:spPr>
            <a:xfrm>
              <a:off x="5628823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4" name="Oval 1883">
              <a:extLst>
                <a:ext uri="{FF2B5EF4-FFF2-40B4-BE49-F238E27FC236}">
                  <a16:creationId xmlns:a16="http://schemas.microsoft.com/office/drawing/2014/main" id="{0A5AB659-8848-79C3-26B8-2D8420721365}"/>
                </a:ext>
              </a:extLst>
            </p:cNvPr>
            <p:cNvSpPr/>
            <p:nvPr/>
          </p:nvSpPr>
          <p:spPr>
            <a:xfrm>
              <a:off x="5603405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5" name="Oval 1884">
              <a:extLst>
                <a:ext uri="{FF2B5EF4-FFF2-40B4-BE49-F238E27FC236}">
                  <a16:creationId xmlns:a16="http://schemas.microsoft.com/office/drawing/2014/main" id="{BA1A4D69-81D5-08C6-1CC3-31DFD71458BA}"/>
                </a:ext>
              </a:extLst>
            </p:cNvPr>
            <p:cNvSpPr/>
            <p:nvPr/>
          </p:nvSpPr>
          <p:spPr>
            <a:xfrm>
              <a:off x="5577986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6" name="Oval 1885">
              <a:extLst>
                <a:ext uri="{FF2B5EF4-FFF2-40B4-BE49-F238E27FC236}">
                  <a16:creationId xmlns:a16="http://schemas.microsoft.com/office/drawing/2014/main" id="{879EFEF5-7E23-A35C-3D6A-2FCF11AC9F39}"/>
                </a:ext>
              </a:extLst>
            </p:cNvPr>
            <p:cNvSpPr/>
            <p:nvPr/>
          </p:nvSpPr>
          <p:spPr>
            <a:xfrm>
              <a:off x="587742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7" name="Oval 1886">
              <a:extLst>
                <a:ext uri="{FF2B5EF4-FFF2-40B4-BE49-F238E27FC236}">
                  <a16:creationId xmlns:a16="http://schemas.microsoft.com/office/drawing/2014/main" id="{49009364-1A3E-8A53-CA4D-6BF47B70186A}"/>
                </a:ext>
              </a:extLst>
            </p:cNvPr>
            <p:cNvSpPr/>
            <p:nvPr/>
          </p:nvSpPr>
          <p:spPr>
            <a:xfrm>
              <a:off x="6024356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888" name="Group 1887">
            <a:extLst>
              <a:ext uri="{FF2B5EF4-FFF2-40B4-BE49-F238E27FC236}">
                <a16:creationId xmlns:a16="http://schemas.microsoft.com/office/drawing/2014/main" id="{C9CBFA01-DADB-21E8-DB6C-8DAAD50FECFB}"/>
              </a:ext>
            </a:extLst>
          </p:cNvPr>
          <p:cNvGrpSpPr/>
          <p:nvPr/>
        </p:nvGrpSpPr>
        <p:grpSpPr>
          <a:xfrm>
            <a:off x="6137540" y="3557371"/>
            <a:ext cx="442517" cy="524738"/>
            <a:chOff x="6338653" y="4903259"/>
            <a:chExt cx="813884" cy="965106"/>
          </a:xfrm>
        </p:grpSpPr>
        <p:sp>
          <p:nvSpPr>
            <p:cNvPr id="1889" name="Oval 1888">
              <a:extLst>
                <a:ext uri="{FF2B5EF4-FFF2-40B4-BE49-F238E27FC236}">
                  <a16:creationId xmlns:a16="http://schemas.microsoft.com/office/drawing/2014/main" id="{89F2E266-6C40-48B8-6011-9217F10752A3}"/>
                </a:ext>
              </a:extLst>
            </p:cNvPr>
            <p:cNvSpPr/>
            <p:nvPr/>
          </p:nvSpPr>
          <p:spPr>
            <a:xfrm>
              <a:off x="6465745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0" name="Oval 1889">
              <a:extLst>
                <a:ext uri="{FF2B5EF4-FFF2-40B4-BE49-F238E27FC236}">
                  <a16:creationId xmlns:a16="http://schemas.microsoft.com/office/drawing/2014/main" id="{1DD674B3-4D8F-68BB-6E72-9143BA2C8891}"/>
                </a:ext>
              </a:extLst>
            </p:cNvPr>
            <p:cNvSpPr/>
            <p:nvPr/>
          </p:nvSpPr>
          <p:spPr>
            <a:xfrm>
              <a:off x="6440327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1" name="Oval 1890">
              <a:extLst>
                <a:ext uri="{FF2B5EF4-FFF2-40B4-BE49-F238E27FC236}">
                  <a16:creationId xmlns:a16="http://schemas.microsoft.com/office/drawing/2014/main" id="{AF237607-B96E-28AD-6F95-D01747C69895}"/>
                </a:ext>
              </a:extLst>
            </p:cNvPr>
            <p:cNvSpPr/>
            <p:nvPr/>
          </p:nvSpPr>
          <p:spPr>
            <a:xfrm>
              <a:off x="6414908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2" name="Oval 1891">
              <a:extLst>
                <a:ext uri="{FF2B5EF4-FFF2-40B4-BE49-F238E27FC236}">
                  <a16:creationId xmlns:a16="http://schemas.microsoft.com/office/drawing/2014/main" id="{E729C7F6-3CF2-0057-F988-335BA50070E7}"/>
                </a:ext>
              </a:extLst>
            </p:cNvPr>
            <p:cNvSpPr/>
            <p:nvPr/>
          </p:nvSpPr>
          <p:spPr>
            <a:xfrm>
              <a:off x="6389490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3" name="Oval 1892">
              <a:extLst>
                <a:ext uri="{FF2B5EF4-FFF2-40B4-BE49-F238E27FC236}">
                  <a16:creationId xmlns:a16="http://schemas.microsoft.com/office/drawing/2014/main" id="{A544D32F-C9B1-3C2E-9809-E18100F38C2A}"/>
                </a:ext>
              </a:extLst>
            </p:cNvPr>
            <p:cNvSpPr/>
            <p:nvPr/>
          </p:nvSpPr>
          <p:spPr>
            <a:xfrm>
              <a:off x="6364072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7" name="Oval 1896">
              <a:extLst>
                <a:ext uri="{FF2B5EF4-FFF2-40B4-BE49-F238E27FC236}">
                  <a16:creationId xmlns:a16="http://schemas.microsoft.com/office/drawing/2014/main" id="{F586267E-4E0A-2D20-8E01-553179FBAFE2}"/>
                </a:ext>
              </a:extLst>
            </p:cNvPr>
            <p:cNvSpPr/>
            <p:nvPr/>
          </p:nvSpPr>
          <p:spPr>
            <a:xfrm>
              <a:off x="6338653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1" name="Oval 1900">
              <a:extLst>
                <a:ext uri="{FF2B5EF4-FFF2-40B4-BE49-F238E27FC236}">
                  <a16:creationId xmlns:a16="http://schemas.microsoft.com/office/drawing/2014/main" id="{1E73729D-089C-5F84-395F-9411B7CE1C8A}"/>
                </a:ext>
              </a:extLst>
            </p:cNvPr>
            <p:cNvSpPr/>
            <p:nvPr/>
          </p:nvSpPr>
          <p:spPr>
            <a:xfrm>
              <a:off x="6460165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2" name="Oval 1901">
              <a:extLst>
                <a:ext uri="{FF2B5EF4-FFF2-40B4-BE49-F238E27FC236}">
                  <a16:creationId xmlns:a16="http://schemas.microsoft.com/office/drawing/2014/main" id="{3ECC9436-32A1-BD5D-0C54-9CFE2D387DC1}"/>
                </a:ext>
              </a:extLst>
            </p:cNvPr>
            <p:cNvSpPr/>
            <p:nvPr/>
          </p:nvSpPr>
          <p:spPr>
            <a:xfrm>
              <a:off x="6607095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3" name="Oval 1902">
              <a:extLst>
                <a:ext uri="{FF2B5EF4-FFF2-40B4-BE49-F238E27FC236}">
                  <a16:creationId xmlns:a16="http://schemas.microsoft.com/office/drawing/2014/main" id="{2B86F145-ACE3-174F-787F-30D5643C85BC}"/>
                </a:ext>
              </a:extLst>
            </p:cNvPr>
            <p:cNvSpPr/>
            <p:nvPr/>
          </p:nvSpPr>
          <p:spPr>
            <a:xfrm>
              <a:off x="6754026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5" name="Oval 1904">
              <a:extLst>
                <a:ext uri="{FF2B5EF4-FFF2-40B4-BE49-F238E27FC236}">
                  <a16:creationId xmlns:a16="http://schemas.microsoft.com/office/drawing/2014/main" id="{14523771-641E-76F7-9F88-FD301E4ECB7C}"/>
                </a:ext>
              </a:extLst>
            </p:cNvPr>
            <p:cNvSpPr/>
            <p:nvPr/>
          </p:nvSpPr>
          <p:spPr>
            <a:xfrm>
              <a:off x="7053465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6" name="Oval 1905">
              <a:extLst>
                <a:ext uri="{FF2B5EF4-FFF2-40B4-BE49-F238E27FC236}">
                  <a16:creationId xmlns:a16="http://schemas.microsoft.com/office/drawing/2014/main" id="{1540479B-9D2D-C929-754D-AE1507D70B3B}"/>
                </a:ext>
              </a:extLst>
            </p:cNvPr>
            <p:cNvSpPr/>
            <p:nvPr/>
          </p:nvSpPr>
          <p:spPr>
            <a:xfrm>
              <a:off x="7028047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7" name="Oval 1906">
              <a:extLst>
                <a:ext uri="{FF2B5EF4-FFF2-40B4-BE49-F238E27FC236}">
                  <a16:creationId xmlns:a16="http://schemas.microsoft.com/office/drawing/2014/main" id="{F2E8EAA3-D4F3-0B03-693A-96B859D6C379}"/>
                </a:ext>
              </a:extLst>
            </p:cNvPr>
            <p:cNvSpPr/>
            <p:nvPr/>
          </p:nvSpPr>
          <p:spPr>
            <a:xfrm>
              <a:off x="7002628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8" name="Oval 1907">
              <a:extLst>
                <a:ext uri="{FF2B5EF4-FFF2-40B4-BE49-F238E27FC236}">
                  <a16:creationId xmlns:a16="http://schemas.microsoft.com/office/drawing/2014/main" id="{C7AAC3B8-888C-E272-EBF2-86E0A8FB8220}"/>
                </a:ext>
              </a:extLst>
            </p:cNvPr>
            <p:cNvSpPr/>
            <p:nvPr/>
          </p:nvSpPr>
          <p:spPr>
            <a:xfrm>
              <a:off x="6977210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9" name="Oval 1908">
              <a:extLst>
                <a:ext uri="{FF2B5EF4-FFF2-40B4-BE49-F238E27FC236}">
                  <a16:creationId xmlns:a16="http://schemas.microsoft.com/office/drawing/2014/main" id="{B02606ED-DD7C-F8FA-E68E-6346C7AE5FC8}"/>
                </a:ext>
              </a:extLst>
            </p:cNvPr>
            <p:cNvSpPr/>
            <p:nvPr/>
          </p:nvSpPr>
          <p:spPr>
            <a:xfrm>
              <a:off x="6951792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0" name="Oval 1909">
              <a:extLst>
                <a:ext uri="{FF2B5EF4-FFF2-40B4-BE49-F238E27FC236}">
                  <a16:creationId xmlns:a16="http://schemas.microsoft.com/office/drawing/2014/main" id="{A0CF3B61-4C5E-23BA-78DA-731E81E06C39}"/>
                </a:ext>
              </a:extLst>
            </p:cNvPr>
            <p:cNvSpPr/>
            <p:nvPr/>
          </p:nvSpPr>
          <p:spPr>
            <a:xfrm>
              <a:off x="6926373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912" name="Group 1911">
            <a:extLst>
              <a:ext uri="{FF2B5EF4-FFF2-40B4-BE49-F238E27FC236}">
                <a16:creationId xmlns:a16="http://schemas.microsoft.com/office/drawing/2014/main" id="{727B645D-E0E0-E091-9AA9-C87C089BCCE6}"/>
              </a:ext>
            </a:extLst>
          </p:cNvPr>
          <p:cNvGrpSpPr/>
          <p:nvPr/>
        </p:nvGrpSpPr>
        <p:grpSpPr>
          <a:xfrm>
            <a:off x="6726159" y="3557371"/>
            <a:ext cx="428697" cy="524738"/>
            <a:chOff x="7393180" y="4903259"/>
            <a:chExt cx="788466" cy="965106"/>
          </a:xfrm>
        </p:grpSpPr>
        <p:sp>
          <p:nvSpPr>
            <p:cNvPr id="1913" name="Oval 1912">
              <a:extLst>
                <a:ext uri="{FF2B5EF4-FFF2-40B4-BE49-F238E27FC236}">
                  <a16:creationId xmlns:a16="http://schemas.microsoft.com/office/drawing/2014/main" id="{48AFA8E3-B418-99FC-1484-DDB11821283E}"/>
                </a:ext>
              </a:extLst>
            </p:cNvPr>
            <p:cNvSpPr/>
            <p:nvPr/>
          </p:nvSpPr>
          <p:spPr>
            <a:xfrm>
              <a:off x="7494854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4" name="Oval 1913">
              <a:extLst>
                <a:ext uri="{FF2B5EF4-FFF2-40B4-BE49-F238E27FC236}">
                  <a16:creationId xmlns:a16="http://schemas.microsoft.com/office/drawing/2014/main" id="{682136D6-15B2-0193-6203-B98F4261DCC3}"/>
                </a:ext>
              </a:extLst>
            </p:cNvPr>
            <p:cNvSpPr/>
            <p:nvPr/>
          </p:nvSpPr>
          <p:spPr>
            <a:xfrm>
              <a:off x="746943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5" name="Oval 1914">
              <a:extLst>
                <a:ext uri="{FF2B5EF4-FFF2-40B4-BE49-F238E27FC236}">
                  <a16:creationId xmlns:a16="http://schemas.microsoft.com/office/drawing/2014/main" id="{1CE607B6-F728-52B9-AA24-E405611A5456}"/>
                </a:ext>
              </a:extLst>
            </p:cNvPr>
            <p:cNvSpPr/>
            <p:nvPr/>
          </p:nvSpPr>
          <p:spPr>
            <a:xfrm>
              <a:off x="7444017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6" name="Oval 1915">
              <a:extLst>
                <a:ext uri="{FF2B5EF4-FFF2-40B4-BE49-F238E27FC236}">
                  <a16:creationId xmlns:a16="http://schemas.microsoft.com/office/drawing/2014/main" id="{E3874A72-67A1-9D85-EE61-AF18DBC870D5}"/>
                </a:ext>
              </a:extLst>
            </p:cNvPr>
            <p:cNvSpPr/>
            <p:nvPr/>
          </p:nvSpPr>
          <p:spPr>
            <a:xfrm>
              <a:off x="7418599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7" name="Oval 1916">
              <a:extLst>
                <a:ext uri="{FF2B5EF4-FFF2-40B4-BE49-F238E27FC236}">
                  <a16:creationId xmlns:a16="http://schemas.microsoft.com/office/drawing/2014/main" id="{9A0A6929-B358-3918-E865-42DE4D168817}"/>
                </a:ext>
              </a:extLst>
            </p:cNvPr>
            <p:cNvSpPr/>
            <p:nvPr/>
          </p:nvSpPr>
          <p:spPr>
            <a:xfrm>
              <a:off x="7393180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9" name="Oval 1918">
              <a:extLst>
                <a:ext uri="{FF2B5EF4-FFF2-40B4-BE49-F238E27FC236}">
                  <a16:creationId xmlns:a16="http://schemas.microsoft.com/office/drawing/2014/main" id="{3B68B370-9044-D11B-DDDA-B86956B493EC}"/>
                </a:ext>
              </a:extLst>
            </p:cNvPr>
            <p:cNvSpPr/>
            <p:nvPr/>
          </p:nvSpPr>
          <p:spPr>
            <a:xfrm>
              <a:off x="7514692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0" name="Oval 1919">
              <a:extLst>
                <a:ext uri="{FF2B5EF4-FFF2-40B4-BE49-F238E27FC236}">
                  <a16:creationId xmlns:a16="http://schemas.microsoft.com/office/drawing/2014/main" id="{93197AE7-1F0C-EF71-30C9-62EEA71FF6ED}"/>
                </a:ext>
              </a:extLst>
            </p:cNvPr>
            <p:cNvSpPr/>
            <p:nvPr/>
          </p:nvSpPr>
          <p:spPr>
            <a:xfrm>
              <a:off x="7636204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1" name="Oval 1920">
              <a:extLst>
                <a:ext uri="{FF2B5EF4-FFF2-40B4-BE49-F238E27FC236}">
                  <a16:creationId xmlns:a16="http://schemas.microsoft.com/office/drawing/2014/main" id="{358EC76D-65A4-82B8-D476-CB6F15D6A41F}"/>
                </a:ext>
              </a:extLst>
            </p:cNvPr>
            <p:cNvSpPr/>
            <p:nvPr/>
          </p:nvSpPr>
          <p:spPr>
            <a:xfrm>
              <a:off x="7808553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5" name="Oval 1924">
              <a:extLst>
                <a:ext uri="{FF2B5EF4-FFF2-40B4-BE49-F238E27FC236}">
                  <a16:creationId xmlns:a16="http://schemas.microsoft.com/office/drawing/2014/main" id="{6A0E1203-4288-6E1B-8A70-9A532AB9641D}"/>
                </a:ext>
              </a:extLst>
            </p:cNvPr>
            <p:cNvSpPr/>
            <p:nvPr/>
          </p:nvSpPr>
          <p:spPr>
            <a:xfrm>
              <a:off x="8082574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6" name="Oval 1925">
              <a:extLst>
                <a:ext uri="{FF2B5EF4-FFF2-40B4-BE49-F238E27FC236}">
                  <a16:creationId xmlns:a16="http://schemas.microsoft.com/office/drawing/2014/main" id="{7213EF14-5B47-A7F7-1C2F-6BC3C3CAEB89}"/>
                </a:ext>
              </a:extLst>
            </p:cNvPr>
            <p:cNvSpPr/>
            <p:nvPr/>
          </p:nvSpPr>
          <p:spPr>
            <a:xfrm>
              <a:off x="805715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7" name="Oval 1926">
              <a:extLst>
                <a:ext uri="{FF2B5EF4-FFF2-40B4-BE49-F238E27FC236}">
                  <a16:creationId xmlns:a16="http://schemas.microsoft.com/office/drawing/2014/main" id="{B7DF04E8-E365-3098-9972-31CAEFBED032}"/>
                </a:ext>
              </a:extLst>
            </p:cNvPr>
            <p:cNvSpPr/>
            <p:nvPr/>
          </p:nvSpPr>
          <p:spPr>
            <a:xfrm>
              <a:off x="8031737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8" name="Oval 1927">
              <a:extLst>
                <a:ext uri="{FF2B5EF4-FFF2-40B4-BE49-F238E27FC236}">
                  <a16:creationId xmlns:a16="http://schemas.microsoft.com/office/drawing/2014/main" id="{D4AD1CCD-7D49-9220-BEE8-AA2B7E5FF6B9}"/>
                </a:ext>
              </a:extLst>
            </p:cNvPr>
            <p:cNvSpPr/>
            <p:nvPr/>
          </p:nvSpPr>
          <p:spPr>
            <a:xfrm>
              <a:off x="8006319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29" name="Oval 1928">
              <a:extLst>
                <a:ext uri="{FF2B5EF4-FFF2-40B4-BE49-F238E27FC236}">
                  <a16:creationId xmlns:a16="http://schemas.microsoft.com/office/drawing/2014/main" id="{C19A756A-F961-0CC1-B4B6-E95B5F1D781B}"/>
                </a:ext>
              </a:extLst>
            </p:cNvPr>
            <p:cNvSpPr/>
            <p:nvPr/>
          </p:nvSpPr>
          <p:spPr>
            <a:xfrm>
              <a:off x="7980901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930" name="Group 1929">
            <a:extLst>
              <a:ext uri="{FF2B5EF4-FFF2-40B4-BE49-F238E27FC236}">
                <a16:creationId xmlns:a16="http://schemas.microsoft.com/office/drawing/2014/main" id="{F40829E4-FD51-18FA-D3EC-4C513C6809A7}"/>
              </a:ext>
            </a:extLst>
          </p:cNvPr>
          <p:cNvGrpSpPr/>
          <p:nvPr/>
        </p:nvGrpSpPr>
        <p:grpSpPr>
          <a:xfrm>
            <a:off x="7307054" y="3557371"/>
            <a:ext cx="456337" cy="524738"/>
            <a:chOff x="8371453" y="4903259"/>
            <a:chExt cx="839302" cy="965106"/>
          </a:xfrm>
        </p:grpSpPr>
        <p:sp>
          <p:nvSpPr>
            <p:cNvPr id="1931" name="Oval 1930">
              <a:extLst>
                <a:ext uri="{FF2B5EF4-FFF2-40B4-BE49-F238E27FC236}">
                  <a16:creationId xmlns:a16="http://schemas.microsoft.com/office/drawing/2014/main" id="{49061CB4-64DB-0723-2408-53BB2C282989}"/>
                </a:ext>
              </a:extLst>
            </p:cNvPr>
            <p:cNvSpPr/>
            <p:nvPr/>
          </p:nvSpPr>
          <p:spPr>
            <a:xfrm>
              <a:off x="8523963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2" name="Oval 1931">
              <a:extLst>
                <a:ext uri="{FF2B5EF4-FFF2-40B4-BE49-F238E27FC236}">
                  <a16:creationId xmlns:a16="http://schemas.microsoft.com/office/drawing/2014/main" id="{7CF42944-7DDA-8F0C-E807-062D062BB376}"/>
                </a:ext>
              </a:extLst>
            </p:cNvPr>
            <p:cNvSpPr/>
            <p:nvPr/>
          </p:nvSpPr>
          <p:spPr>
            <a:xfrm>
              <a:off x="8498545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3" name="Oval 1932">
              <a:extLst>
                <a:ext uri="{FF2B5EF4-FFF2-40B4-BE49-F238E27FC236}">
                  <a16:creationId xmlns:a16="http://schemas.microsoft.com/office/drawing/2014/main" id="{8B5E373F-4FA1-F5D9-FD87-52816DFD5C5A}"/>
                </a:ext>
              </a:extLst>
            </p:cNvPr>
            <p:cNvSpPr/>
            <p:nvPr/>
          </p:nvSpPr>
          <p:spPr>
            <a:xfrm>
              <a:off x="847312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4" name="Oval 1933">
              <a:extLst>
                <a:ext uri="{FF2B5EF4-FFF2-40B4-BE49-F238E27FC236}">
                  <a16:creationId xmlns:a16="http://schemas.microsoft.com/office/drawing/2014/main" id="{E0851233-80F9-8740-E4A1-95A96B6F772B}"/>
                </a:ext>
              </a:extLst>
            </p:cNvPr>
            <p:cNvSpPr/>
            <p:nvPr/>
          </p:nvSpPr>
          <p:spPr>
            <a:xfrm>
              <a:off x="8447708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5" name="Oval 1934">
              <a:extLst>
                <a:ext uri="{FF2B5EF4-FFF2-40B4-BE49-F238E27FC236}">
                  <a16:creationId xmlns:a16="http://schemas.microsoft.com/office/drawing/2014/main" id="{E018A131-2B9A-5453-85B9-26569327B395}"/>
                </a:ext>
              </a:extLst>
            </p:cNvPr>
            <p:cNvSpPr/>
            <p:nvPr/>
          </p:nvSpPr>
          <p:spPr>
            <a:xfrm>
              <a:off x="842228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6" name="Oval 1935">
              <a:extLst>
                <a:ext uri="{FF2B5EF4-FFF2-40B4-BE49-F238E27FC236}">
                  <a16:creationId xmlns:a16="http://schemas.microsoft.com/office/drawing/2014/main" id="{13A91444-1F82-91B9-40F1-1B34914181DF}"/>
                </a:ext>
              </a:extLst>
            </p:cNvPr>
            <p:cNvSpPr/>
            <p:nvPr/>
          </p:nvSpPr>
          <p:spPr>
            <a:xfrm>
              <a:off x="8396871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7" name="Oval 1936">
              <a:extLst>
                <a:ext uri="{FF2B5EF4-FFF2-40B4-BE49-F238E27FC236}">
                  <a16:creationId xmlns:a16="http://schemas.microsoft.com/office/drawing/2014/main" id="{E4401646-77A5-1FAA-C64D-3F7B74E1B630}"/>
                </a:ext>
              </a:extLst>
            </p:cNvPr>
            <p:cNvSpPr/>
            <p:nvPr/>
          </p:nvSpPr>
          <p:spPr>
            <a:xfrm>
              <a:off x="8371453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8" name="Oval 1937">
              <a:extLst>
                <a:ext uri="{FF2B5EF4-FFF2-40B4-BE49-F238E27FC236}">
                  <a16:creationId xmlns:a16="http://schemas.microsoft.com/office/drawing/2014/main" id="{FE605254-7DFF-E34B-C5F5-90C2E9B46F45}"/>
                </a:ext>
              </a:extLst>
            </p:cNvPr>
            <p:cNvSpPr/>
            <p:nvPr/>
          </p:nvSpPr>
          <p:spPr>
            <a:xfrm>
              <a:off x="8543801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1" name="Oval 1940">
              <a:extLst>
                <a:ext uri="{FF2B5EF4-FFF2-40B4-BE49-F238E27FC236}">
                  <a16:creationId xmlns:a16="http://schemas.microsoft.com/office/drawing/2014/main" id="{63A51EF0-EB73-7401-24F2-389B6FA5BF78}"/>
                </a:ext>
              </a:extLst>
            </p:cNvPr>
            <p:cNvSpPr/>
            <p:nvPr/>
          </p:nvSpPr>
          <p:spPr>
            <a:xfrm>
              <a:off x="8716150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3" name="Oval 1942">
              <a:extLst>
                <a:ext uri="{FF2B5EF4-FFF2-40B4-BE49-F238E27FC236}">
                  <a16:creationId xmlns:a16="http://schemas.microsoft.com/office/drawing/2014/main" id="{96518615-D3DA-07CC-2707-DF8179A24CAA}"/>
                </a:ext>
              </a:extLst>
            </p:cNvPr>
            <p:cNvSpPr/>
            <p:nvPr/>
          </p:nvSpPr>
          <p:spPr>
            <a:xfrm>
              <a:off x="8837662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4" name="Oval 1943">
              <a:extLst>
                <a:ext uri="{FF2B5EF4-FFF2-40B4-BE49-F238E27FC236}">
                  <a16:creationId xmlns:a16="http://schemas.microsoft.com/office/drawing/2014/main" id="{E5D3CEE2-7138-1F52-BF15-21B3453D06EE}"/>
                </a:ext>
              </a:extLst>
            </p:cNvPr>
            <p:cNvSpPr/>
            <p:nvPr/>
          </p:nvSpPr>
          <p:spPr>
            <a:xfrm>
              <a:off x="9111683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6" name="Oval 1945">
              <a:extLst>
                <a:ext uri="{FF2B5EF4-FFF2-40B4-BE49-F238E27FC236}">
                  <a16:creationId xmlns:a16="http://schemas.microsoft.com/office/drawing/2014/main" id="{24544580-74FE-662D-B041-ADAC8346C286}"/>
                </a:ext>
              </a:extLst>
            </p:cNvPr>
            <p:cNvSpPr/>
            <p:nvPr/>
          </p:nvSpPr>
          <p:spPr>
            <a:xfrm>
              <a:off x="9086265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7" name="Oval 1946">
              <a:extLst>
                <a:ext uri="{FF2B5EF4-FFF2-40B4-BE49-F238E27FC236}">
                  <a16:creationId xmlns:a16="http://schemas.microsoft.com/office/drawing/2014/main" id="{881D989F-59BA-C79E-DDE6-97B222D22CD9}"/>
                </a:ext>
              </a:extLst>
            </p:cNvPr>
            <p:cNvSpPr/>
            <p:nvPr/>
          </p:nvSpPr>
          <p:spPr>
            <a:xfrm>
              <a:off x="906084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0" name="Oval 1949">
              <a:extLst>
                <a:ext uri="{FF2B5EF4-FFF2-40B4-BE49-F238E27FC236}">
                  <a16:creationId xmlns:a16="http://schemas.microsoft.com/office/drawing/2014/main" id="{E667845D-43F8-5A4D-10F2-34379FB73404}"/>
                </a:ext>
              </a:extLst>
            </p:cNvPr>
            <p:cNvSpPr/>
            <p:nvPr/>
          </p:nvSpPr>
          <p:spPr>
            <a:xfrm>
              <a:off x="9035428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1" name="Oval 1950">
              <a:extLst>
                <a:ext uri="{FF2B5EF4-FFF2-40B4-BE49-F238E27FC236}">
                  <a16:creationId xmlns:a16="http://schemas.microsoft.com/office/drawing/2014/main" id="{5F9AFC18-44D4-875C-C097-FBC9C7D57DDB}"/>
                </a:ext>
              </a:extLst>
            </p:cNvPr>
            <p:cNvSpPr/>
            <p:nvPr/>
          </p:nvSpPr>
          <p:spPr>
            <a:xfrm>
              <a:off x="901000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3" name="Oval 1952">
              <a:extLst>
                <a:ext uri="{FF2B5EF4-FFF2-40B4-BE49-F238E27FC236}">
                  <a16:creationId xmlns:a16="http://schemas.microsoft.com/office/drawing/2014/main" id="{93B68700-6ACB-E8EA-AF56-B91BA1BD2B13}"/>
                </a:ext>
              </a:extLst>
            </p:cNvPr>
            <p:cNvSpPr/>
            <p:nvPr/>
          </p:nvSpPr>
          <p:spPr>
            <a:xfrm>
              <a:off x="8984591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4" name="Oval 1953">
              <a:extLst>
                <a:ext uri="{FF2B5EF4-FFF2-40B4-BE49-F238E27FC236}">
                  <a16:creationId xmlns:a16="http://schemas.microsoft.com/office/drawing/2014/main" id="{AB4E3103-863C-372B-8430-5162A276CCBC}"/>
                </a:ext>
              </a:extLst>
            </p:cNvPr>
            <p:cNvSpPr/>
            <p:nvPr/>
          </p:nvSpPr>
          <p:spPr>
            <a:xfrm>
              <a:off x="8959173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957" name="Group 1956">
            <a:extLst>
              <a:ext uri="{FF2B5EF4-FFF2-40B4-BE49-F238E27FC236}">
                <a16:creationId xmlns:a16="http://schemas.microsoft.com/office/drawing/2014/main" id="{6A6D13E2-1724-DF75-59F1-02AAB2D71DC8}"/>
              </a:ext>
            </a:extLst>
          </p:cNvPr>
          <p:cNvGrpSpPr/>
          <p:nvPr/>
        </p:nvGrpSpPr>
        <p:grpSpPr>
          <a:xfrm>
            <a:off x="7879014" y="3557371"/>
            <a:ext cx="456338" cy="524738"/>
            <a:chOff x="9400561" y="4903259"/>
            <a:chExt cx="839303" cy="965106"/>
          </a:xfrm>
        </p:grpSpPr>
        <p:sp>
          <p:nvSpPr>
            <p:cNvPr id="1958" name="Oval 1957">
              <a:extLst>
                <a:ext uri="{FF2B5EF4-FFF2-40B4-BE49-F238E27FC236}">
                  <a16:creationId xmlns:a16="http://schemas.microsoft.com/office/drawing/2014/main" id="{7E2AEBF8-A297-2BDE-82E3-EAC3A198A703}"/>
                </a:ext>
              </a:extLst>
            </p:cNvPr>
            <p:cNvSpPr/>
            <p:nvPr/>
          </p:nvSpPr>
          <p:spPr>
            <a:xfrm>
              <a:off x="955307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0" name="Oval 1959">
              <a:extLst>
                <a:ext uri="{FF2B5EF4-FFF2-40B4-BE49-F238E27FC236}">
                  <a16:creationId xmlns:a16="http://schemas.microsoft.com/office/drawing/2014/main" id="{12EE1436-0A6D-6C26-29BB-3AFD0F80A550}"/>
                </a:ext>
              </a:extLst>
            </p:cNvPr>
            <p:cNvSpPr/>
            <p:nvPr/>
          </p:nvSpPr>
          <p:spPr>
            <a:xfrm>
              <a:off x="9527654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1" name="Oval 1960">
              <a:extLst>
                <a:ext uri="{FF2B5EF4-FFF2-40B4-BE49-F238E27FC236}">
                  <a16:creationId xmlns:a16="http://schemas.microsoft.com/office/drawing/2014/main" id="{EE9FA3F0-C774-A5EA-4E0A-5122C917EFC8}"/>
                </a:ext>
              </a:extLst>
            </p:cNvPr>
            <p:cNvSpPr/>
            <p:nvPr/>
          </p:nvSpPr>
          <p:spPr>
            <a:xfrm>
              <a:off x="942598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3" name="Oval 1962">
              <a:extLst>
                <a:ext uri="{FF2B5EF4-FFF2-40B4-BE49-F238E27FC236}">
                  <a16:creationId xmlns:a16="http://schemas.microsoft.com/office/drawing/2014/main" id="{3CB7BF54-74DA-6282-ECCE-DAB3F49158F5}"/>
                </a:ext>
              </a:extLst>
            </p:cNvPr>
            <p:cNvSpPr/>
            <p:nvPr/>
          </p:nvSpPr>
          <p:spPr>
            <a:xfrm>
              <a:off x="9400561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6" name="Oval 1965">
              <a:extLst>
                <a:ext uri="{FF2B5EF4-FFF2-40B4-BE49-F238E27FC236}">
                  <a16:creationId xmlns:a16="http://schemas.microsoft.com/office/drawing/2014/main" id="{1100983D-923D-4509-E4E3-CAE138FB3970}"/>
                </a:ext>
              </a:extLst>
            </p:cNvPr>
            <p:cNvSpPr/>
            <p:nvPr/>
          </p:nvSpPr>
          <p:spPr>
            <a:xfrm>
              <a:off x="964916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7" name="Oval 1966">
              <a:extLst>
                <a:ext uri="{FF2B5EF4-FFF2-40B4-BE49-F238E27FC236}">
                  <a16:creationId xmlns:a16="http://schemas.microsoft.com/office/drawing/2014/main" id="{672EA656-11F6-EDCF-1598-B9A26CAC768B}"/>
                </a:ext>
              </a:extLst>
            </p:cNvPr>
            <p:cNvSpPr/>
            <p:nvPr/>
          </p:nvSpPr>
          <p:spPr>
            <a:xfrm>
              <a:off x="959832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8" name="Oval 1967">
              <a:extLst>
                <a:ext uri="{FF2B5EF4-FFF2-40B4-BE49-F238E27FC236}">
                  <a16:creationId xmlns:a16="http://schemas.microsoft.com/office/drawing/2014/main" id="{86E78ABB-5D6C-3B87-3A85-CAE29F7AC755}"/>
                </a:ext>
              </a:extLst>
            </p:cNvPr>
            <p:cNvSpPr/>
            <p:nvPr/>
          </p:nvSpPr>
          <p:spPr>
            <a:xfrm>
              <a:off x="9770677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9" name="Oval 1968">
              <a:extLst>
                <a:ext uri="{FF2B5EF4-FFF2-40B4-BE49-F238E27FC236}">
                  <a16:creationId xmlns:a16="http://schemas.microsoft.com/office/drawing/2014/main" id="{9FF99F52-D854-206A-7365-B6BBC5DB8115}"/>
                </a:ext>
              </a:extLst>
            </p:cNvPr>
            <p:cNvSpPr/>
            <p:nvPr/>
          </p:nvSpPr>
          <p:spPr>
            <a:xfrm>
              <a:off x="9943026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0" name="Oval 1969">
              <a:extLst>
                <a:ext uri="{FF2B5EF4-FFF2-40B4-BE49-F238E27FC236}">
                  <a16:creationId xmlns:a16="http://schemas.microsoft.com/office/drawing/2014/main" id="{C6E5AB66-DF25-55E4-72E7-9E4EF62D1B02}"/>
                </a:ext>
              </a:extLst>
            </p:cNvPr>
            <p:cNvSpPr/>
            <p:nvPr/>
          </p:nvSpPr>
          <p:spPr>
            <a:xfrm>
              <a:off x="9892189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1" name="Oval 1970">
              <a:extLst>
                <a:ext uri="{FF2B5EF4-FFF2-40B4-BE49-F238E27FC236}">
                  <a16:creationId xmlns:a16="http://schemas.microsoft.com/office/drawing/2014/main" id="{5CDC746D-748A-CB1D-54DC-37E0F8F29EA1}"/>
                </a:ext>
              </a:extLst>
            </p:cNvPr>
            <p:cNvSpPr/>
            <p:nvPr/>
          </p:nvSpPr>
          <p:spPr>
            <a:xfrm>
              <a:off x="10140792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2" name="Oval 1971">
              <a:extLst>
                <a:ext uri="{FF2B5EF4-FFF2-40B4-BE49-F238E27FC236}">
                  <a16:creationId xmlns:a16="http://schemas.microsoft.com/office/drawing/2014/main" id="{0B4A8EFC-C5EA-CF58-FA6B-78A47501EEDE}"/>
                </a:ext>
              </a:extLst>
            </p:cNvPr>
            <p:cNvSpPr/>
            <p:nvPr/>
          </p:nvSpPr>
          <p:spPr>
            <a:xfrm>
              <a:off x="10115374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3" name="Oval 1972">
              <a:extLst>
                <a:ext uri="{FF2B5EF4-FFF2-40B4-BE49-F238E27FC236}">
                  <a16:creationId xmlns:a16="http://schemas.microsoft.com/office/drawing/2014/main" id="{6B8A836F-3EA3-AC8D-6EA0-C398B0AE09B2}"/>
                </a:ext>
              </a:extLst>
            </p:cNvPr>
            <p:cNvSpPr/>
            <p:nvPr/>
          </p:nvSpPr>
          <p:spPr>
            <a:xfrm>
              <a:off x="1001370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4" name="Oval 1973">
              <a:extLst>
                <a:ext uri="{FF2B5EF4-FFF2-40B4-BE49-F238E27FC236}">
                  <a16:creationId xmlns:a16="http://schemas.microsoft.com/office/drawing/2014/main" id="{DF1D45AA-6A3B-415C-7614-3FCE3D35FB48}"/>
                </a:ext>
              </a:extLst>
            </p:cNvPr>
            <p:cNvSpPr/>
            <p:nvPr/>
          </p:nvSpPr>
          <p:spPr>
            <a:xfrm>
              <a:off x="9988282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975" name="Group 1974">
            <a:extLst>
              <a:ext uri="{FF2B5EF4-FFF2-40B4-BE49-F238E27FC236}">
                <a16:creationId xmlns:a16="http://schemas.microsoft.com/office/drawing/2014/main" id="{3C14162F-30A6-8EBE-A36A-C2947C19F35F}"/>
              </a:ext>
            </a:extLst>
          </p:cNvPr>
          <p:cNvGrpSpPr/>
          <p:nvPr/>
        </p:nvGrpSpPr>
        <p:grpSpPr>
          <a:xfrm>
            <a:off x="3855421" y="4319371"/>
            <a:ext cx="401057" cy="524738"/>
            <a:chOff x="10531344" y="4903259"/>
            <a:chExt cx="737629" cy="965106"/>
          </a:xfrm>
        </p:grpSpPr>
        <p:sp>
          <p:nvSpPr>
            <p:cNvPr id="1976" name="Oval 1975">
              <a:extLst>
                <a:ext uri="{FF2B5EF4-FFF2-40B4-BE49-F238E27FC236}">
                  <a16:creationId xmlns:a16="http://schemas.microsoft.com/office/drawing/2014/main" id="{D1545188-D33B-10E2-AAB4-C4323BFC295A}"/>
                </a:ext>
              </a:extLst>
            </p:cNvPr>
            <p:cNvSpPr/>
            <p:nvPr/>
          </p:nvSpPr>
          <p:spPr>
            <a:xfrm>
              <a:off x="1058218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7" name="Oval 1976">
              <a:extLst>
                <a:ext uri="{FF2B5EF4-FFF2-40B4-BE49-F238E27FC236}">
                  <a16:creationId xmlns:a16="http://schemas.microsoft.com/office/drawing/2014/main" id="{F3A10B5E-B4FC-4DC2-AC6A-DB3B66AB2080}"/>
                </a:ext>
              </a:extLst>
            </p:cNvPr>
            <p:cNvSpPr/>
            <p:nvPr/>
          </p:nvSpPr>
          <p:spPr>
            <a:xfrm>
              <a:off x="1055676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8" name="Oval 1977">
              <a:extLst>
                <a:ext uri="{FF2B5EF4-FFF2-40B4-BE49-F238E27FC236}">
                  <a16:creationId xmlns:a16="http://schemas.microsoft.com/office/drawing/2014/main" id="{DC259FA0-9365-3A57-5049-A70F63E70709}"/>
                </a:ext>
              </a:extLst>
            </p:cNvPr>
            <p:cNvSpPr/>
            <p:nvPr/>
          </p:nvSpPr>
          <p:spPr>
            <a:xfrm>
              <a:off x="1053134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9" name="Oval 1978">
              <a:extLst>
                <a:ext uri="{FF2B5EF4-FFF2-40B4-BE49-F238E27FC236}">
                  <a16:creationId xmlns:a16="http://schemas.microsoft.com/office/drawing/2014/main" id="{9C5695D0-B24F-E442-F529-79F67FDDBCD8}"/>
                </a:ext>
              </a:extLst>
            </p:cNvPr>
            <p:cNvSpPr/>
            <p:nvPr/>
          </p:nvSpPr>
          <p:spPr>
            <a:xfrm>
              <a:off x="10652856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2" name="Oval 1981">
              <a:extLst>
                <a:ext uri="{FF2B5EF4-FFF2-40B4-BE49-F238E27FC236}">
                  <a16:creationId xmlns:a16="http://schemas.microsoft.com/office/drawing/2014/main" id="{11F2D176-67E3-C3DB-217F-E126667EE213}"/>
                </a:ext>
              </a:extLst>
            </p:cNvPr>
            <p:cNvSpPr/>
            <p:nvPr/>
          </p:nvSpPr>
          <p:spPr>
            <a:xfrm>
              <a:off x="10774368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4" name="Oval 1983">
              <a:extLst>
                <a:ext uri="{FF2B5EF4-FFF2-40B4-BE49-F238E27FC236}">
                  <a16:creationId xmlns:a16="http://schemas.microsoft.com/office/drawing/2014/main" id="{B57F8296-F0B7-EDF9-AED7-FA97C59231E3}"/>
                </a:ext>
              </a:extLst>
            </p:cNvPr>
            <p:cNvSpPr/>
            <p:nvPr/>
          </p:nvSpPr>
          <p:spPr>
            <a:xfrm>
              <a:off x="1074895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5" name="Oval 1984">
              <a:extLst>
                <a:ext uri="{FF2B5EF4-FFF2-40B4-BE49-F238E27FC236}">
                  <a16:creationId xmlns:a16="http://schemas.microsoft.com/office/drawing/2014/main" id="{AE63ADCA-2A1F-514E-C5D3-0515AB16FF08}"/>
                </a:ext>
              </a:extLst>
            </p:cNvPr>
            <p:cNvSpPr/>
            <p:nvPr/>
          </p:nvSpPr>
          <p:spPr>
            <a:xfrm>
              <a:off x="10723531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7" name="Oval 1986">
              <a:extLst>
                <a:ext uri="{FF2B5EF4-FFF2-40B4-BE49-F238E27FC236}">
                  <a16:creationId xmlns:a16="http://schemas.microsoft.com/office/drawing/2014/main" id="{BE351C24-E414-E3BB-0179-CED958F905FA}"/>
                </a:ext>
              </a:extLst>
            </p:cNvPr>
            <p:cNvSpPr/>
            <p:nvPr/>
          </p:nvSpPr>
          <p:spPr>
            <a:xfrm>
              <a:off x="10946717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8" name="Oval 1987">
              <a:extLst>
                <a:ext uri="{FF2B5EF4-FFF2-40B4-BE49-F238E27FC236}">
                  <a16:creationId xmlns:a16="http://schemas.microsoft.com/office/drawing/2014/main" id="{12D1040D-6295-F228-39F9-540EA29FECF8}"/>
                </a:ext>
              </a:extLst>
            </p:cNvPr>
            <p:cNvSpPr/>
            <p:nvPr/>
          </p:nvSpPr>
          <p:spPr>
            <a:xfrm>
              <a:off x="1116990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1" name="Oval 1990">
              <a:extLst>
                <a:ext uri="{FF2B5EF4-FFF2-40B4-BE49-F238E27FC236}">
                  <a16:creationId xmlns:a16="http://schemas.microsoft.com/office/drawing/2014/main" id="{F5A35EB1-2979-89A0-8A7B-1B8A54F28BE4}"/>
                </a:ext>
              </a:extLst>
            </p:cNvPr>
            <p:cNvSpPr/>
            <p:nvPr/>
          </p:nvSpPr>
          <p:spPr>
            <a:xfrm>
              <a:off x="11144483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2" name="Oval 1991">
              <a:extLst>
                <a:ext uri="{FF2B5EF4-FFF2-40B4-BE49-F238E27FC236}">
                  <a16:creationId xmlns:a16="http://schemas.microsoft.com/office/drawing/2014/main" id="{E0BA367F-DC33-56F6-BA96-0F01B0E289E0}"/>
                </a:ext>
              </a:extLst>
            </p:cNvPr>
            <p:cNvSpPr/>
            <p:nvPr/>
          </p:nvSpPr>
          <p:spPr>
            <a:xfrm>
              <a:off x="1111906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994" name="Group 1993">
            <a:extLst>
              <a:ext uri="{FF2B5EF4-FFF2-40B4-BE49-F238E27FC236}">
                <a16:creationId xmlns:a16="http://schemas.microsoft.com/office/drawing/2014/main" id="{18403798-6EB2-E8A2-ECA7-11D7CDEA54CE}"/>
              </a:ext>
            </a:extLst>
          </p:cNvPr>
          <p:cNvGrpSpPr/>
          <p:nvPr/>
        </p:nvGrpSpPr>
        <p:grpSpPr>
          <a:xfrm>
            <a:off x="4401492" y="4315561"/>
            <a:ext cx="456338" cy="524738"/>
            <a:chOff x="11458779" y="4903259"/>
            <a:chExt cx="839303" cy="965106"/>
          </a:xfrm>
        </p:grpSpPr>
        <p:sp>
          <p:nvSpPr>
            <p:cNvPr id="1995" name="Oval 1994">
              <a:extLst>
                <a:ext uri="{FF2B5EF4-FFF2-40B4-BE49-F238E27FC236}">
                  <a16:creationId xmlns:a16="http://schemas.microsoft.com/office/drawing/2014/main" id="{C9B73389-D0FA-51AA-EBA6-EEEE09856416}"/>
                </a:ext>
              </a:extLst>
            </p:cNvPr>
            <p:cNvSpPr/>
            <p:nvPr/>
          </p:nvSpPr>
          <p:spPr>
            <a:xfrm>
              <a:off x="1161129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8" name="Oval 1997">
              <a:extLst>
                <a:ext uri="{FF2B5EF4-FFF2-40B4-BE49-F238E27FC236}">
                  <a16:creationId xmlns:a16="http://schemas.microsoft.com/office/drawing/2014/main" id="{E36D9054-2B3A-31D5-0746-40C671A5114A}"/>
                </a:ext>
              </a:extLst>
            </p:cNvPr>
            <p:cNvSpPr/>
            <p:nvPr/>
          </p:nvSpPr>
          <p:spPr>
            <a:xfrm>
              <a:off x="11484198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9" name="Oval 1998">
              <a:extLst>
                <a:ext uri="{FF2B5EF4-FFF2-40B4-BE49-F238E27FC236}">
                  <a16:creationId xmlns:a16="http://schemas.microsoft.com/office/drawing/2014/main" id="{DD25F194-AC89-E2A9-C845-3AD693DFCA60}"/>
                </a:ext>
              </a:extLst>
            </p:cNvPr>
            <p:cNvSpPr/>
            <p:nvPr/>
          </p:nvSpPr>
          <p:spPr>
            <a:xfrm>
              <a:off x="1145877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1" name="Oval 2000">
              <a:extLst>
                <a:ext uri="{FF2B5EF4-FFF2-40B4-BE49-F238E27FC236}">
                  <a16:creationId xmlns:a16="http://schemas.microsoft.com/office/drawing/2014/main" id="{8C005EC4-3430-D208-5A82-3F692B73AB4F}"/>
                </a:ext>
              </a:extLst>
            </p:cNvPr>
            <p:cNvSpPr/>
            <p:nvPr/>
          </p:nvSpPr>
          <p:spPr>
            <a:xfrm>
              <a:off x="1175822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2" name="Oval 2001">
              <a:extLst>
                <a:ext uri="{FF2B5EF4-FFF2-40B4-BE49-F238E27FC236}">
                  <a16:creationId xmlns:a16="http://schemas.microsoft.com/office/drawing/2014/main" id="{0F5E5934-E77C-2246-F964-CA67C375CAB9}"/>
                </a:ext>
              </a:extLst>
            </p:cNvPr>
            <p:cNvSpPr/>
            <p:nvPr/>
          </p:nvSpPr>
          <p:spPr>
            <a:xfrm>
              <a:off x="11656547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4" name="Oval 2003">
              <a:extLst>
                <a:ext uri="{FF2B5EF4-FFF2-40B4-BE49-F238E27FC236}">
                  <a16:creationId xmlns:a16="http://schemas.microsoft.com/office/drawing/2014/main" id="{575A4CE2-A2E7-F691-410F-5BEBEB5E9B20}"/>
                </a:ext>
              </a:extLst>
            </p:cNvPr>
            <p:cNvSpPr/>
            <p:nvPr/>
          </p:nvSpPr>
          <p:spPr>
            <a:xfrm>
              <a:off x="1160571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7" name="Oval 2006">
              <a:extLst>
                <a:ext uri="{FF2B5EF4-FFF2-40B4-BE49-F238E27FC236}">
                  <a16:creationId xmlns:a16="http://schemas.microsoft.com/office/drawing/2014/main" id="{0D8D24EC-7658-FFC1-BB23-1463625C7843}"/>
                </a:ext>
              </a:extLst>
            </p:cNvPr>
            <p:cNvSpPr/>
            <p:nvPr/>
          </p:nvSpPr>
          <p:spPr>
            <a:xfrm>
              <a:off x="1190515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0" name="Oval 2009">
              <a:extLst>
                <a:ext uri="{FF2B5EF4-FFF2-40B4-BE49-F238E27FC236}">
                  <a16:creationId xmlns:a16="http://schemas.microsoft.com/office/drawing/2014/main" id="{4F6293B9-E9E8-B2A1-49EA-838F996E6903}"/>
                </a:ext>
              </a:extLst>
            </p:cNvPr>
            <p:cNvSpPr/>
            <p:nvPr/>
          </p:nvSpPr>
          <p:spPr>
            <a:xfrm>
              <a:off x="11828895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1" name="Oval 2010">
              <a:extLst>
                <a:ext uri="{FF2B5EF4-FFF2-40B4-BE49-F238E27FC236}">
                  <a16:creationId xmlns:a16="http://schemas.microsoft.com/office/drawing/2014/main" id="{7E71D629-7B43-6418-7DF4-AA88ECE87DE5}"/>
                </a:ext>
              </a:extLst>
            </p:cNvPr>
            <p:cNvSpPr/>
            <p:nvPr/>
          </p:nvSpPr>
          <p:spPr>
            <a:xfrm>
              <a:off x="1175264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2" name="Oval 2011">
              <a:extLst>
                <a:ext uri="{FF2B5EF4-FFF2-40B4-BE49-F238E27FC236}">
                  <a16:creationId xmlns:a16="http://schemas.microsoft.com/office/drawing/2014/main" id="{2C3B8CD5-0A10-3902-C936-0894FA2D6B96}"/>
                </a:ext>
              </a:extLst>
            </p:cNvPr>
            <p:cNvSpPr/>
            <p:nvPr/>
          </p:nvSpPr>
          <p:spPr>
            <a:xfrm>
              <a:off x="12052081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3" name="Oval 2012">
              <a:extLst>
                <a:ext uri="{FF2B5EF4-FFF2-40B4-BE49-F238E27FC236}">
                  <a16:creationId xmlns:a16="http://schemas.microsoft.com/office/drawing/2014/main" id="{6157D248-DF30-0B6E-7352-2458A12DB696}"/>
                </a:ext>
              </a:extLst>
            </p:cNvPr>
            <p:cNvSpPr/>
            <p:nvPr/>
          </p:nvSpPr>
          <p:spPr>
            <a:xfrm>
              <a:off x="1200124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4" name="Oval 2013">
              <a:extLst>
                <a:ext uri="{FF2B5EF4-FFF2-40B4-BE49-F238E27FC236}">
                  <a16:creationId xmlns:a16="http://schemas.microsoft.com/office/drawing/2014/main" id="{97C43B8D-443C-6BF6-9EB8-C0075294B721}"/>
                </a:ext>
              </a:extLst>
            </p:cNvPr>
            <p:cNvSpPr/>
            <p:nvPr/>
          </p:nvSpPr>
          <p:spPr>
            <a:xfrm>
              <a:off x="11899570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5" name="Oval 2014">
              <a:extLst>
                <a:ext uri="{FF2B5EF4-FFF2-40B4-BE49-F238E27FC236}">
                  <a16:creationId xmlns:a16="http://schemas.microsoft.com/office/drawing/2014/main" id="{6996F8F4-5B7E-4809-7F6B-DECCA2158E45}"/>
                </a:ext>
              </a:extLst>
            </p:cNvPr>
            <p:cNvSpPr/>
            <p:nvPr/>
          </p:nvSpPr>
          <p:spPr>
            <a:xfrm>
              <a:off x="12199010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6" name="Oval 2015">
              <a:extLst>
                <a:ext uri="{FF2B5EF4-FFF2-40B4-BE49-F238E27FC236}">
                  <a16:creationId xmlns:a16="http://schemas.microsoft.com/office/drawing/2014/main" id="{9CF96ABF-9B2D-A2C2-2AA5-9B585D9C1FD0}"/>
                </a:ext>
              </a:extLst>
            </p:cNvPr>
            <p:cNvSpPr/>
            <p:nvPr/>
          </p:nvSpPr>
          <p:spPr>
            <a:xfrm>
              <a:off x="12173592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7" name="Oval 2016">
              <a:extLst>
                <a:ext uri="{FF2B5EF4-FFF2-40B4-BE49-F238E27FC236}">
                  <a16:creationId xmlns:a16="http://schemas.microsoft.com/office/drawing/2014/main" id="{26813AE4-7356-C9B9-41D5-D6F6F599387C}"/>
                </a:ext>
              </a:extLst>
            </p:cNvPr>
            <p:cNvSpPr/>
            <p:nvPr/>
          </p:nvSpPr>
          <p:spPr>
            <a:xfrm>
              <a:off x="12046499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025" name="Group 2024">
            <a:extLst>
              <a:ext uri="{FF2B5EF4-FFF2-40B4-BE49-F238E27FC236}">
                <a16:creationId xmlns:a16="http://schemas.microsoft.com/office/drawing/2014/main" id="{BB7915B0-423D-97CA-F9DE-E8CA4F6805CB}"/>
              </a:ext>
            </a:extLst>
          </p:cNvPr>
          <p:cNvGrpSpPr/>
          <p:nvPr/>
        </p:nvGrpSpPr>
        <p:grpSpPr>
          <a:xfrm>
            <a:off x="6731391" y="2807563"/>
            <a:ext cx="456338" cy="524738"/>
            <a:chOff x="-890528" y="4903259"/>
            <a:chExt cx="839303" cy="965106"/>
          </a:xfrm>
        </p:grpSpPr>
        <p:sp>
          <p:nvSpPr>
            <p:cNvPr id="2026" name="Oval 2025">
              <a:extLst>
                <a:ext uri="{FF2B5EF4-FFF2-40B4-BE49-F238E27FC236}">
                  <a16:creationId xmlns:a16="http://schemas.microsoft.com/office/drawing/2014/main" id="{436E8ED1-D0B0-EA81-AFB1-4BD67C535985}"/>
                </a:ext>
              </a:extLst>
            </p:cNvPr>
            <p:cNvSpPr/>
            <p:nvPr/>
          </p:nvSpPr>
          <p:spPr>
            <a:xfrm>
              <a:off x="-73801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7" name="Oval 2026">
              <a:extLst>
                <a:ext uri="{FF2B5EF4-FFF2-40B4-BE49-F238E27FC236}">
                  <a16:creationId xmlns:a16="http://schemas.microsoft.com/office/drawing/2014/main" id="{E2D1DFCA-3043-3195-04A2-08DB45A1B7E3}"/>
                </a:ext>
              </a:extLst>
            </p:cNvPr>
            <p:cNvSpPr/>
            <p:nvPr/>
          </p:nvSpPr>
          <p:spPr>
            <a:xfrm>
              <a:off x="-76343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8" name="Oval 2027">
              <a:extLst>
                <a:ext uri="{FF2B5EF4-FFF2-40B4-BE49-F238E27FC236}">
                  <a16:creationId xmlns:a16="http://schemas.microsoft.com/office/drawing/2014/main" id="{BF489ACE-2768-3A0C-8C6D-8831EBA4BDFC}"/>
                </a:ext>
              </a:extLst>
            </p:cNvPr>
            <p:cNvSpPr/>
            <p:nvPr/>
          </p:nvSpPr>
          <p:spPr>
            <a:xfrm>
              <a:off x="-78885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9" name="Oval 2028">
              <a:extLst>
                <a:ext uri="{FF2B5EF4-FFF2-40B4-BE49-F238E27FC236}">
                  <a16:creationId xmlns:a16="http://schemas.microsoft.com/office/drawing/2014/main" id="{98B8CF0D-845B-7C41-D527-859F0AC676D8}"/>
                </a:ext>
              </a:extLst>
            </p:cNvPr>
            <p:cNvSpPr/>
            <p:nvPr/>
          </p:nvSpPr>
          <p:spPr>
            <a:xfrm>
              <a:off x="-81427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0" name="Oval 2029">
              <a:extLst>
                <a:ext uri="{FF2B5EF4-FFF2-40B4-BE49-F238E27FC236}">
                  <a16:creationId xmlns:a16="http://schemas.microsoft.com/office/drawing/2014/main" id="{CC3D7F83-DACF-1D0F-B8CC-CBFE3DFB7174}"/>
                </a:ext>
              </a:extLst>
            </p:cNvPr>
            <p:cNvSpPr/>
            <p:nvPr/>
          </p:nvSpPr>
          <p:spPr>
            <a:xfrm>
              <a:off x="-839691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2" name="Oval 2031">
              <a:extLst>
                <a:ext uri="{FF2B5EF4-FFF2-40B4-BE49-F238E27FC236}">
                  <a16:creationId xmlns:a16="http://schemas.microsoft.com/office/drawing/2014/main" id="{0D450AE9-7CFA-FEFA-8E2D-0F0D41EF9D74}"/>
                </a:ext>
              </a:extLst>
            </p:cNvPr>
            <p:cNvSpPr/>
            <p:nvPr/>
          </p:nvSpPr>
          <p:spPr>
            <a:xfrm>
              <a:off x="-86511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3" name="Oval 2032">
              <a:extLst>
                <a:ext uri="{FF2B5EF4-FFF2-40B4-BE49-F238E27FC236}">
                  <a16:creationId xmlns:a16="http://schemas.microsoft.com/office/drawing/2014/main" id="{E0C353F7-482E-A832-7545-A682E4A6715F}"/>
                </a:ext>
              </a:extLst>
            </p:cNvPr>
            <p:cNvSpPr/>
            <p:nvPr/>
          </p:nvSpPr>
          <p:spPr>
            <a:xfrm>
              <a:off x="-89052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4" name="Oval 2033">
              <a:extLst>
                <a:ext uri="{FF2B5EF4-FFF2-40B4-BE49-F238E27FC236}">
                  <a16:creationId xmlns:a16="http://schemas.microsoft.com/office/drawing/2014/main" id="{80935234-CCDA-C89C-2CA1-8D8123B7C570}"/>
                </a:ext>
              </a:extLst>
            </p:cNvPr>
            <p:cNvSpPr/>
            <p:nvPr/>
          </p:nvSpPr>
          <p:spPr>
            <a:xfrm>
              <a:off x="-64192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5" name="Oval 2034">
              <a:extLst>
                <a:ext uri="{FF2B5EF4-FFF2-40B4-BE49-F238E27FC236}">
                  <a16:creationId xmlns:a16="http://schemas.microsoft.com/office/drawing/2014/main" id="{8A270E0E-050A-1706-B16B-7FDED18E9364}"/>
                </a:ext>
              </a:extLst>
            </p:cNvPr>
            <p:cNvSpPr/>
            <p:nvPr/>
          </p:nvSpPr>
          <p:spPr>
            <a:xfrm>
              <a:off x="-520412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6" name="Oval 2035">
              <a:extLst>
                <a:ext uri="{FF2B5EF4-FFF2-40B4-BE49-F238E27FC236}">
                  <a16:creationId xmlns:a16="http://schemas.microsoft.com/office/drawing/2014/main" id="{C094D9B9-8838-D576-C172-E9E003D38834}"/>
                </a:ext>
              </a:extLst>
            </p:cNvPr>
            <p:cNvSpPr/>
            <p:nvPr/>
          </p:nvSpPr>
          <p:spPr>
            <a:xfrm>
              <a:off x="-398900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7" name="Oval 2036">
              <a:extLst>
                <a:ext uri="{FF2B5EF4-FFF2-40B4-BE49-F238E27FC236}">
                  <a16:creationId xmlns:a16="http://schemas.microsoft.com/office/drawing/2014/main" id="{84314DA9-4DFA-17C2-9158-9D5E41F064F5}"/>
                </a:ext>
              </a:extLst>
            </p:cNvPr>
            <p:cNvSpPr/>
            <p:nvPr/>
          </p:nvSpPr>
          <p:spPr>
            <a:xfrm>
              <a:off x="-150297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9" name="Oval 2038">
              <a:extLst>
                <a:ext uri="{FF2B5EF4-FFF2-40B4-BE49-F238E27FC236}">
                  <a16:creationId xmlns:a16="http://schemas.microsoft.com/office/drawing/2014/main" id="{B76CB904-FB24-7F12-3D77-A69199F47C2D}"/>
                </a:ext>
              </a:extLst>
            </p:cNvPr>
            <p:cNvSpPr/>
            <p:nvPr/>
          </p:nvSpPr>
          <p:spPr>
            <a:xfrm>
              <a:off x="-175716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0" name="Oval 2039">
              <a:extLst>
                <a:ext uri="{FF2B5EF4-FFF2-40B4-BE49-F238E27FC236}">
                  <a16:creationId xmlns:a16="http://schemas.microsoft.com/office/drawing/2014/main" id="{70CF0356-A62C-47A6-E683-ADB6FD252529}"/>
                </a:ext>
              </a:extLst>
            </p:cNvPr>
            <p:cNvSpPr/>
            <p:nvPr/>
          </p:nvSpPr>
          <p:spPr>
            <a:xfrm>
              <a:off x="-201134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1" name="Oval 2040">
              <a:extLst>
                <a:ext uri="{FF2B5EF4-FFF2-40B4-BE49-F238E27FC236}">
                  <a16:creationId xmlns:a16="http://schemas.microsoft.com/office/drawing/2014/main" id="{90B70D65-D455-D334-90A8-F673CD3E65DD}"/>
                </a:ext>
              </a:extLst>
            </p:cNvPr>
            <p:cNvSpPr/>
            <p:nvPr/>
          </p:nvSpPr>
          <p:spPr>
            <a:xfrm>
              <a:off x="-22655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2" name="Oval 2041">
              <a:extLst>
                <a:ext uri="{FF2B5EF4-FFF2-40B4-BE49-F238E27FC236}">
                  <a16:creationId xmlns:a16="http://schemas.microsoft.com/office/drawing/2014/main" id="{40C5ACA7-E232-CD8A-3A64-D34494E87AB6}"/>
                </a:ext>
              </a:extLst>
            </p:cNvPr>
            <p:cNvSpPr/>
            <p:nvPr/>
          </p:nvSpPr>
          <p:spPr>
            <a:xfrm>
              <a:off x="-251971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3" name="Oval 2042">
              <a:extLst>
                <a:ext uri="{FF2B5EF4-FFF2-40B4-BE49-F238E27FC236}">
                  <a16:creationId xmlns:a16="http://schemas.microsoft.com/office/drawing/2014/main" id="{2DE9BF77-1631-20E7-115F-6BB2DCA3B20A}"/>
                </a:ext>
              </a:extLst>
            </p:cNvPr>
            <p:cNvSpPr/>
            <p:nvPr/>
          </p:nvSpPr>
          <p:spPr>
            <a:xfrm>
              <a:off x="-277390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4" name="Oval 2043">
              <a:extLst>
                <a:ext uri="{FF2B5EF4-FFF2-40B4-BE49-F238E27FC236}">
                  <a16:creationId xmlns:a16="http://schemas.microsoft.com/office/drawing/2014/main" id="{165E51FF-ECD6-1ACF-A40B-F8D9552C647D}"/>
                </a:ext>
              </a:extLst>
            </p:cNvPr>
            <p:cNvSpPr/>
            <p:nvPr/>
          </p:nvSpPr>
          <p:spPr>
            <a:xfrm>
              <a:off x="-30280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046" name="Group 2045">
            <a:extLst>
              <a:ext uri="{FF2B5EF4-FFF2-40B4-BE49-F238E27FC236}">
                <a16:creationId xmlns:a16="http://schemas.microsoft.com/office/drawing/2014/main" id="{6841B828-9E3A-B645-E23D-ABB60B27AE31}"/>
              </a:ext>
            </a:extLst>
          </p:cNvPr>
          <p:cNvGrpSpPr/>
          <p:nvPr/>
        </p:nvGrpSpPr>
        <p:grpSpPr>
          <a:xfrm>
            <a:off x="4415313" y="2054732"/>
            <a:ext cx="442517" cy="524738"/>
            <a:chOff x="289319" y="3634307"/>
            <a:chExt cx="813884" cy="965106"/>
          </a:xfrm>
        </p:grpSpPr>
        <p:sp>
          <p:nvSpPr>
            <p:cNvPr id="2047" name="Oval 2046">
              <a:extLst>
                <a:ext uri="{FF2B5EF4-FFF2-40B4-BE49-F238E27FC236}">
                  <a16:creationId xmlns:a16="http://schemas.microsoft.com/office/drawing/2014/main" id="{00E98C99-B473-637F-2A22-035DD7A70900}"/>
                </a:ext>
              </a:extLst>
            </p:cNvPr>
            <p:cNvSpPr/>
            <p:nvPr/>
          </p:nvSpPr>
          <p:spPr>
            <a:xfrm>
              <a:off x="44183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8" name="Oval 2047">
              <a:extLst>
                <a:ext uri="{FF2B5EF4-FFF2-40B4-BE49-F238E27FC236}">
                  <a16:creationId xmlns:a16="http://schemas.microsoft.com/office/drawing/2014/main" id="{6B34C3CF-49E5-1FE3-25F6-89E80029E27D}"/>
                </a:ext>
              </a:extLst>
            </p:cNvPr>
            <p:cNvSpPr/>
            <p:nvPr/>
          </p:nvSpPr>
          <p:spPr>
            <a:xfrm>
              <a:off x="41641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9" name="Oval 2048">
              <a:extLst>
                <a:ext uri="{FF2B5EF4-FFF2-40B4-BE49-F238E27FC236}">
                  <a16:creationId xmlns:a16="http://schemas.microsoft.com/office/drawing/2014/main" id="{92BC1881-17BD-CEC4-4AD8-CABB727F7980}"/>
                </a:ext>
              </a:extLst>
            </p:cNvPr>
            <p:cNvSpPr/>
            <p:nvPr/>
          </p:nvSpPr>
          <p:spPr>
            <a:xfrm>
              <a:off x="390993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0" name="Oval 2049">
              <a:extLst>
                <a:ext uri="{FF2B5EF4-FFF2-40B4-BE49-F238E27FC236}">
                  <a16:creationId xmlns:a16="http://schemas.microsoft.com/office/drawing/2014/main" id="{E7BB350D-0F4D-D87A-4D73-7DDBA0B804FE}"/>
                </a:ext>
              </a:extLst>
            </p:cNvPr>
            <p:cNvSpPr/>
            <p:nvPr/>
          </p:nvSpPr>
          <p:spPr>
            <a:xfrm>
              <a:off x="365574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1" name="Oval 2050">
              <a:extLst>
                <a:ext uri="{FF2B5EF4-FFF2-40B4-BE49-F238E27FC236}">
                  <a16:creationId xmlns:a16="http://schemas.microsoft.com/office/drawing/2014/main" id="{5860BB1C-F3E6-3649-AC93-31F5AEBF4B47}"/>
                </a:ext>
              </a:extLst>
            </p:cNvPr>
            <p:cNvSpPr/>
            <p:nvPr/>
          </p:nvSpPr>
          <p:spPr>
            <a:xfrm>
              <a:off x="340156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2" name="Oval 2051">
              <a:extLst>
                <a:ext uri="{FF2B5EF4-FFF2-40B4-BE49-F238E27FC236}">
                  <a16:creationId xmlns:a16="http://schemas.microsoft.com/office/drawing/2014/main" id="{8298F327-8386-2CB0-1B2B-02E44E92766A}"/>
                </a:ext>
              </a:extLst>
            </p:cNvPr>
            <p:cNvSpPr/>
            <p:nvPr/>
          </p:nvSpPr>
          <p:spPr>
            <a:xfrm>
              <a:off x="314737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3" name="Oval 2052">
              <a:extLst>
                <a:ext uri="{FF2B5EF4-FFF2-40B4-BE49-F238E27FC236}">
                  <a16:creationId xmlns:a16="http://schemas.microsoft.com/office/drawing/2014/main" id="{5B1A3B68-6FA1-5795-C3FA-D6F4E7CC66C8}"/>
                </a:ext>
              </a:extLst>
            </p:cNvPr>
            <p:cNvSpPr/>
            <p:nvPr/>
          </p:nvSpPr>
          <p:spPr>
            <a:xfrm>
              <a:off x="28931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4" name="Oval 2053">
              <a:extLst>
                <a:ext uri="{FF2B5EF4-FFF2-40B4-BE49-F238E27FC236}">
                  <a16:creationId xmlns:a16="http://schemas.microsoft.com/office/drawing/2014/main" id="{34E210D0-3DED-6C6B-914E-74A2941CBF4B}"/>
                </a:ext>
              </a:extLst>
            </p:cNvPr>
            <p:cNvSpPr/>
            <p:nvPr/>
          </p:nvSpPr>
          <p:spPr>
            <a:xfrm>
              <a:off x="58876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5" name="Oval 2054">
              <a:extLst>
                <a:ext uri="{FF2B5EF4-FFF2-40B4-BE49-F238E27FC236}">
                  <a16:creationId xmlns:a16="http://schemas.microsoft.com/office/drawing/2014/main" id="{34930ADD-F363-43DC-A170-4C16187CE57A}"/>
                </a:ext>
              </a:extLst>
            </p:cNvPr>
            <p:cNvSpPr/>
            <p:nvPr/>
          </p:nvSpPr>
          <p:spPr>
            <a:xfrm>
              <a:off x="51250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6" name="Oval 2055">
              <a:extLst>
                <a:ext uri="{FF2B5EF4-FFF2-40B4-BE49-F238E27FC236}">
                  <a16:creationId xmlns:a16="http://schemas.microsoft.com/office/drawing/2014/main" id="{19A451D3-4DAA-BC19-6578-CAE4BC7D09EC}"/>
                </a:ext>
              </a:extLst>
            </p:cNvPr>
            <p:cNvSpPr/>
            <p:nvPr/>
          </p:nvSpPr>
          <p:spPr>
            <a:xfrm>
              <a:off x="43624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7" name="Oval 2056">
              <a:extLst>
                <a:ext uri="{FF2B5EF4-FFF2-40B4-BE49-F238E27FC236}">
                  <a16:creationId xmlns:a16="http://schemas.microsoft.com/office/drawing/2014/main" id="{1A375D8E-AFE8-9F1D-FBD8-89783E2EA150}"/>
                </a:ext>
              </a:extLst>
            </p:cNvPr>
            <p:cNvSpPr/>
            <p:nvPr/>
          </p:nvSpPr>
          <p:spPr>
            <a:xfrm>
              <a:off x="73569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8" name="Oval 2057">
              <a:extLst>
                <a:ext uri="{FF2B5EF4-FFF2-40B4-BE49-F238E27FC236}">
                  <a16:creationId xmlns:a16="http://schemas.microsoft.com/office/drawing/2014/main" id="{8481B1F9-E215-C5DA-9664-B06C42D7A4FF}"/>
                </a:ext>
              </a:extLst>
            </p:cNvPr>
            <p:cNvSpPr/>
            <p:nvPr/>
          </p:nvSpPr>
          <p:spPr>
            <a:xfrm>
              <a:off x="65943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1" name="Oval 2060">
              <a:extLst>
                <a:ext uri="{FF2B5EF4-FFF2-40B4-BE49-F238E27FC236}">
                  <a16:creationId xmlns:a16="http://schemas.microsoft.com/office/drawing/2014/main" id="{D54D1ECA-4B16-148A-6BD9-F25C98FC78C8}"/>
                </a:ext>
              </a:extLst>
            </p:cNvPr>
            <p:cNvSpPr/>
            <p:nvPr/>
          </p:nvSpPr>
          <p:spPr>
            <a:xfrm>
              <a:off x="58318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79AA1BF5-B39F-5F81-AAA5-158AD53AB8FC}"/>
                </a:ext>
              </a:extLst>
            </p:cNvPr>
            <p:cNvSpPr/>
            <p:nvPr/>
          </p:nvSpPr>
          <p:spPr>
            <a:xfrm>
              <a:off x="882621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F56E3AAF-B1F6-A065-09DD-846FA7C12974}"/>
                </a:ext>
              </a:extLst>
            </p:cNvPr>
            <p:cNvSpPr/>
            <p:nvPr/>
          </p:nvSpPr>
          <p:spPr>
            <a:xfrm>
              <a:off x="80636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1E5041B3-77BD-F405-0713-7734ABE5F461}"/>
                </a:ext>
              </a:extLst>
            </p:cNvPr>
            <p:cNvSpPr/>
            <p:nvPr/>
          </p:nvSpPr>
          <p:spPr>
            <a:xfrm>
              <a:off x="73011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9" name="Oval 2068">
              <a:extLst>
                <a:ext uri="{FF2B5EF4-FFF2-40B4-BE49-F238E27FC236}">
                  <a16:creationId xmlns:a16="http://schemas.microsoft.com/office/drawing/2014/main" id="{6A4C21AC-7A11-79CB-E99B-D3501839C435}"/>
                </a:ext>
              </a:extLst>
            </p:cNvPr>
            <p:cNvSpPr/>
            <p:nvPr/>
          </p:nvSpPr>
          <p:spPr>
            <a:xfrm>
              <a:off x="100413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0" name="Oval 2069">
              <a:extLst>
                <a:ext uri="{FF2B5EF4-FFF2-40B4-BE49-F238E27FC236}">
                  <a16:creationId xmlns:a16="http://schemas.microsoft.com/office/drawing/2014/main" id="{D87DEC01-B6A8-850B-A760-8E8A17D56EA2}"/>
                </a:ext>
              </a:extLst>
            </p:cNvPr>
            <p:cNvSpPr/>
            <p:nvPr/>
          </p:nvSpPr>
          <p:spPr>
            <a:xfrm>
              <a:off x="978713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4" name="Oval 2073">
              <a:extLst>
                <a:ext uri="{FF2B5EF4-FFF2-40B4-BE49-F238E27FC236}">
                  <a16:creationId xmlns:a16="http://schemas.microsoft.com/office/drawing/2014/main" id="{7F5D0EB0-8EA1-22EC-6581-87195466EC9A}"/>
                </a:ext>
              </a:extLst>
            </p:cNvPr>
            <p:cNvSpPr/>
            <p:nvPr/>
          </p:nvSpPr>
          <p:spPr>
            <a:xfrm>
              <a:off x="927876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76" name="Oval 2075">
              <a:extLst>
                <a:ext uri="{FF2B5EF4-FFF2-40B4-BE49-F238E27FC236}">
                  <a16:creationId xmlns:a16="http://schemas.microsoft.com/office/drawing/2014/main" id="{8A8367EE-6BC7-8263-5550-D34FE2C8FD80}"/>
                </a:ext>
              </a:extLst>
            </p:cNvPr>
            <p:cNvSpPr/>
            <p:nvPr/>
          </p:nvSpPr>
          <p:spPr>
            <a:xfrm>
              <a:off x="902458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099" name="Group 2098">
            <a:extLst>
              <a:ext uri="{FF2B5EF4-FFF2-40B4-BE49-F238E27FC236}">
                <a16:creationId xmlns:a16="http://schemas.microsoft.com/office/drawing/2014/main" id="{9F4A0B9E-5CA6-9235-4C4F-E8B6CEB70702}"/>
              </a:ext>
            </a:extLst>
          </p:cNvPr>
          <p:cNvGrpSpPr/>
          <p:nvPr/>
        </p:nvGrpSpPr>
        <p:grpSpPr>
          <a:xfrm>
            <a:off x="5609589" y="2054732"/>
            <a:ext cx="442517" cy="524738"/>
            <a:chOff x="2347537" y="3634307"/>
            <a:chExt cx="813884" cy="965106"/>
          </a:xfrm>
        </p:grpSpPr>
        <p:sp>
          <p:nvSpPr>
            <p:cNvPr id="2102" name="Oval 2101">
              <a:extLst>
                <a:ext uri="{FF2B5EF4-FFF2-40B4-BE49-F238E27FC236}">
                  <a16:creationId xmlns:a16="http://schemas.microsoft.com/office/drawing/2014/main" id="{52846E82-7A88-E218-60DF-7AC8E5049857}"/>
                </a:ext>
              </a:extLst>
            </p:cNvPr>
            <p:cNvSpPr/>
            <p:nvPr/>
          </p:nvSpPr>
          <p:spPr>
            <a:xfrm>
              <a:off x="250004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5" name="Oval 2104">
              <a:extLst>
                <a:ext uri="{FF2B5EF4-FFF2-40B4-BE49-F238E27FC236}">
                  <a16:creationId xmlns:a16="http://schemas.microsoft.com/office/drawing/2014/main" id="{CF0FBC11-4831-AF36-0CFE-08C7572EDF8D}"/>
                </a:ext>
              </a:extLst>
            </p:cNvPr>
            <p:cNvSpPr/>
            <p:nvPr/>
          </p:nvSpPr>
          <p:spPr>
            <a:xfrm>
              <a:off x="2474629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7" name="Oval 2106">
              <a:extLst>
                <a:ext uri="{FF2B5EF4-FFF2-40B4-BE49-F238E27FC236}">
                  <a16:creationId xmlns:a16="http://schemas.microsoft.com/office/drawing/2014/main" id="{022CF788-065C-744B-21EB-638A8099450C}"/>
                </a:ext>
              </a:extLst>
            </p:cNvPr>
            <p:cNvSpPr/>
            <p:nvPr/>
          </p:nvSpPr>
          <p:spPr>
            <a:xfrm>
              <a:off x="244921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08" name="Oval 2107">
              <a:extLst>
                <a:ext uri="{FF2B5EF4-FFF2-40B4-BE49-F238E27FC236}">
                  <a16:creationId xmlns:a16="http://schemas.microsoft.com/office/drawing/2014/main" id="{B92D2AEA-3481-EE93-80F1-16E97D56EEAD}"/>
                </a:ext>
              </a:extLst>
            </p:cNvPr>
            <p:cNvSpPr/>
            <p:nvPr/>
          </p:nvSpPr>
          <p:spPr>
            <a:xfrm>
              <a:off x="242379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0" name="Oval 2109">
              <a:extLst>
                <a:ext uri="{FF2B5EF4-FFF2-40B4-BE49-F238E27FC236}">
                  <a16:creationId xmlns:a16="http://schemas.microsoft.com/office/drawing/2014/main" id="{83A78C50-78E6-5FC1-E5A8-87BA8A9FE366}"/>
                </a:ext>
              </a:extLst>
            </p:cNvPr>
            <p:cNvSpPr/>
            <p:nvPr/>
          </p:nvSpPr>
          <p:spPr>
            <a:xfrm>
              <a:off x="239837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1" name="Oval 2110">
              <a:extLst>
                <a:ext uri="{FF2B5EF4-FFF2-40B4-BE49-F238E27FC236}">
                  <a16:creationId xmlns:a16="http://schemas.microsoft.com/office/drawing/2014/main" id="{2B54661B-4DB6-3DAE-CFA1-B87C033FB549}"/>
                </a:ext>
              </a:extLst>
            </p:cNvPr>
            <p:cNvSpPr/>
            <p:nvPr/>
          </p:nvSpPr>
          <p:spPr>
            <a:xfrm>
              <a:off x="2372955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4" name="Oval 2113">
              <a:extLst>
                <a:ext uri="{FF2B5EF4-FFF2-40B4-BE49-F238E27FC236}">
                  <a16:creationId xmlns:a16="http://schemas.microsoft.com/office/drawing/2014/main" id="{392338A1-8DB2-86A5-049E-2754A6B58EB1}"/>
                </a:ext>
              </a:extLst>
            </p:cNvPr>
            <p:cNvSpPr/>
            <p:nvPr/>
          </p:nvSpPr>
          <p:spPr>
            <a:xfrm>
              <a:off x="234753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5" name="Oval 2114">
              <a:extLst>
                <a:ext uri="{FF2B5EF4-FFF2-40B4-BE49-F238E27FC236}">
                  <a16:creationId xmlns:a16="http://schemas.microsoft.com/office/drawing/2014/main" id="{82DCC887-3277-744C-C5F1-3E36823DB71C}"/>
                </a:ext>
              </a:extLst>
            </p:cNvPr>
            <p:cNvSpPr/>
            <p:nvPr/>
          </p:nvSpPr>
          <p:spPr>
            <a:xfrm>
              <a:off x="264697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7" name="Oval 2116">
              <a:extLst>
                <a:ext uri="{FF2B5EF4-FFF2-40B4-BE49-F238E27FC236}">
                  <a16:creationId xmlns:a16="http://schemas.microsoft.com/office/drawing/2014/main" id="{B5D44EBD-0FBB-CD13-7242-5901D39FFFD0}"/>
                </a:ext>
              </a:extLst>
            </p:cNvPr>
            <p:cNvSpPr/>
            <p:nvPr/>
          </p:nvSpPr>
          <p:spPr>
            <a:xfrm>
              <a:off x="249446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18" name="Oval 2117">
              <a:extLst>
                <a:ext uri="{FF2B5EF4-FFF2-40B4-BE49-F238E27FC236}">
                  <a16:creationId xmlns:a16="http://schemas.microsoft.com/office/drawing/2014/main" id="{926C3616-E8FD-0765-00D3-2D2900D53F8C}"/>
                </a:ext>
              </a:extLst>
            </p:cNvPr>
            <p:cNvSpPr/>
            <p:nvPr/>
          </p:nvSpPr>
          <p:spPr>
            <a:xfrm>
              <a:off x="279390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1" name="Oval 2120">
              <a:extLst>
                <a:ext uri="{FF2B5EF4-FFF2-40B4-BE49-F238E27FC236}">
                  <a16:creationId xmlns:a16="http://schemas.microsoft.com/office/drawing/2014/main" id="{FEC622BD-7CF9-F468-1DC8-3EE810E0DE0D}"/>
                </a:ext>
              </a:extLst>
            </p:cNvPr>
            <p:cNvSpPr/>
            <p:nvPr/>
          </p:nvSpPr>
          <p:spPr>
            <a:xfrm>
              <a:off x="2641398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2" name="Oval 2121">
              <a:extLst>
                <a:ext uri="{FF2B5EF4-FFF2-40B4-BE49-F238E27FC236}">
                  <a16:creationId xmlns:a16="http://schemas.microsoft.com/office/drawing/2014/main" id="{3FCA6C31-7EFF-BFF7-C778-83047D0EB403}"/>
                </a:ext>
              </a:extLst>
            </p:cNvPr>
            <p:cNvSpPr/>
            <p:nvPr/>
          </p:nvSpPr>
          <p:spPr>
            <a:xfrm>
              <a:off x="2940839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4" name="Oval 2123">
              <a:extLst>
                <a:ext uri="{FF2B5EF4-FFF2-40B4-BE49-F238E27FC236}">
                  <a16:creationId xmlns:a16="http://schemas.microsoft.com/office/drawing/2014/main" id="{1A7E4665-5DF1-978B-F0B8-DC9C19C210C6}"/>
                </a:ext>
              </a:extLst>
            </p:cNvPr>
            <p:cNvSpPr/>
            <p:nvPr/>
          </p:nvSpPr>
          <p:spPr>
            <a:xfrm>
              <a:off x="2788328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5" name="Oval 2124">
              <a:extLst>
                <a:ext uri="{FF2B5EF4-FFF2-40B4-BE49-F238E27FC236}">
                  <a16:creationId xmlns:a16="http://schemas.microsoft.com/office/drawing/2014/main" id="{832DC72C-EC1D-E28D-09A0-F47D5B731768}"/>
                </a:ext>
              </a:extLst>
            </p:cNvPr>
            <p:cNvSpPr/>
            <p:nvPr/>
          </p:nvSpPr>
          <p:spPr>
            <a:xfrm>
              <a:off x="3062349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27" name="Oval 2126">
              <a:extLst>
                <a:ext uri="{FF2B5EF4-FFF2-40B4-BE49-F238E27FC236}">
                  <a16:creationId xmlns:a16="http://schemas.microsoft.com/office/drawing/2014/main" id="{2F1FADC5-29E0-0C94-C93F-B96A6408E0AA}"/>
                </a:ext>
              </a:extLst>
            </p:cNvPr>
            <p:cNvSpPr/>
            <p:nvPr/>
          </p:nvSpPr>
          <p:spPr>
            <a:xfrm>
              <a:off x="303693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0" name="Oval 2129">
              <a:extLst>
                <a:ext uri="{FF2B5EF4-FFF2-40B4-BE49-F238E27FC236}">
                  <a16:creationId xmlns:a16="http://schemas.microsoft.com/office/drawing/2014/main" id="{4CFF460C-53D5-C9DD-EA41-21E789618E8B}"/>
                </a:ext>
              </a:extLst>
            </p:cNvPr>
            <p:cNvSpPr/>
            <p:nvPr/>
          </p:nvSpPr>
          <p:spPr>
            <a:xfrm>
              <a:off x="301151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1" name="Oval 2130">
              <a:extLst>
                <a:ext uri="{FF2B5EF4-FFF2-40B4-BE49-F238E27FC236}">
                  <a16:creationId xmlns:a16="http://schemas.microsoft.com/office/drawing/2014/main" id="{3D05EB3C-BDD9-A1A5-95D3-2CE4A2652037}"/>
                </a:ext>
              </a:extLst>
            </p:cNvPr>
            <p:cNvSpPr/>
            <p:nvPr/>
          </p:nvSpPr>
          <p:spPr>
            <a:xfrm>
              <a:off x="298609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2" name="Oval 2131">
              <a:extLst>
                <a:ext uri="{FF2B5EF4-FFF2-40B4-BE49-F238E27FC236}">
                  <a16:creationId xmlns:a16="http://schemas.microsoft.com/office/drawing/2014/main" id="{11477754-BC03-DB1C-729F-50DD0A783352}"/>
                </a:ext>
              </a:extLst>
            </p:cNvPr>
            <p:cNvSpPr/>
            <p:nvPr/>
          </p:nvSpPr>
          <p:spPr>
            <a:xfrm>
              <a:off x="2960675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133" name="Group 2132">
            <a:extLst>
              <a:ext uri="{FF2B5EF4-FFF2-40B4-BE49-F238E27FC236}">
                <a16:creationId xmlns:a16="http://schemas.microsoft.com/office/drawing/2014/main" id="{E824FEAB-5919-4010-4122-BD9441E4DE82}"/>
              </a:ext>
            </a:extLst>
          </p:cNvPr>
          <p:cNvGrpSpPr/>
          <p:nvPr/>
        </p:nvGrpSpPr>
        <p:grpSpPr>
          <a:xfrm>
            <a:off x="6179840" y="2054732"/>
            <a:ext cx="456338" cy="524738"/>
            <a:chOff x="3376646" y="3634307"/>
            <a:chExt cx="839303" cy="965106"/>
          </a:xfrm>
        </p:grpSpPr>
        <p:sp>
          <p:nvSpPr>
            <p:cNvPr id="2134" name="Oval 2133">
              <a:extLst>
                <a:ext uri="{FF2B5EF4-FFF2-40B4-BE49-F238E27FC236}">
                  <a16:creationId xmlns:a16="http://schemas.microsoft.com/office/drawing/2014/main" id="{78EBA431-B379-BB12-7DD6-39652858516C}"/>
                </a:ext>
              </a:extLst>
            </p:cNvPr>
            <p:cNvSpPr/>
            <p:nvPr/>
          </p:nvSpPr>
          <p:spPr>
            <a:xfrm>
              <a:off x="352915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5" name="Oval 2134">
              <a:extLst>
                <a:ext uri="{FF2B5EF4-FFF2-40B4-BE49-F238E27FC236}">
                  <a16:creationId xmlns:a16="http://schemas.microsoft.com/office/drawing/2014/main" id="{22FA4378-B012-F68A-F52B-1ABFBF98B8EA}"/>
                </a:ext>
              </a:extLst>
            </p:cNvPr>
            <p:cNvSpPr/>
            <p:nvPr/>
          </p:nvSpPr>
          <p:spPr>
            <a:xfrm>
              <a:off x="3503738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6" name="Oval 2135">
              <a:extLst>
                <a:ext uri="{FF2B5EF4-FFF2-40B4-BE49-F238E27FC236}">
                  <a16:creationId xmlns:a16="http://schemas.microsoft.com/office/drawing/2014/main" id="{CA36FA89-0996-113F-4F15-5C0EE2C7A88E}"/>
                </a:ext>
              </a:extLst>
            </p:cNvPr>
            <p:cNvSpPr/>
            <p:nvPr/>
          </p:nvSpPr>
          <p:spPr>
            <a:xfrm>
              <a:off x="3478320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7" name="Oval 2136">
              <a:extLst>
                <a:ext uri="{FF2B5EF4-FFF2-40B4-BE49-F238E27FC236}">
                  <a16:creationId xmlns:a16="http://schemas.microsoft.com/office/drawing/2014/main" id="{6FCCF577-DE7F-D791-C1B3-BD1CA721E3DC}"/>
                </a:ext>
              </a:extLst>
            </p:cNvPr>
            <p:cNvSpPr/>
            <p:nvPr/>
          </p:nvSpPr>
          <p:spPr>
            <a:xfrm>
              <a:off x="3452901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8" name="Oval 2137">
              <a:extLst>
                <a:ext uri="{FF2B5EF4-FFF2-40B4-BE49-F238E27FC236}">
                  <a16:creationId xmlns:a16="http://schemas.microsoft.com/office/drawing/2014/main" id="{5DDC7C26-86AF-192C-0DEA-AA7033398BC5}"/>
                </a:ext>
              </a:extLst>
            </p:cNvPr>
            <p:cNvSpPr/>
            <p:nvPr/>
          </p:nvSpPr>
          <p:spPr>
            <a:xfrm>
              <a:off x="342748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39" name="Oval 2138">
              <a:extLst>
                <a:ext uri="{FF2B5EF4-FFF2-40B4-BE49-F238E27FC236}">
                  <a16:creationId xmlns:a16="http://schemas.microsoft.com/office/drawing/2014/main" id="{708E5F74-443A-DC18-DD0B-32A8AB77F25B}"/>
                </a:ext>
              </a:extLst>
            </p:cNvPr>
            <p:cNvSpPr/>
            <p:nvPr/>
          </p:nvSpPr>
          <p:spPr>
            <a:xfrm>
              <a:off x="3402064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0" name="Oval 2139">
              <a:extLst>
                <a:ext uri="{FF2B5EF4-FFF2-40B4-BE49-F238E27FC236}">
                  <a16:creationId xmlns:a16="http://schemas.microsoft.com/office/drawing/2014/main" id="{21324CBF-E5B7-D794-FBEC-3947A8004C12}"/>
                </a:ext>
              </a:extLst>
            </p:cNvPr>
            <p:cNvSpPr/>
            <p:nvPr/>
          </p:nvSpPr>
          <p:spPr>
            <a:xfrm>
              <a:off x="3376646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1" name="Oval 2140">
              <a:extLst>
                <a:ext uri="{FF2B5EF4-FFF2-40B4-BE49-F238E27FC236}">
                  <a16:creationId xmlns:a16="http://schemas.microsoft.com/office/drawing/2014/main" id="{34BBD10F-5389-02E2-58E8-556050C849B1}"/>
                </a:ext>
              </a:extLst>
            </p:cNvPr>
            <p:cNvSpPr/>
            <p:nvPr/>
          </p:nvSpPr>
          <p:spPr>
            <a:xfrm>
              <a:off x="367608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2" name="Oval 2141">
              <a:extLst>
                <a:ext uri="{FF2B5EF4-FFF2-40B4-BE49-F238E27FC236}">
                  <a16:creationId xmlns:a16="http://schemas.microsoft.com/office/drawing/2014/main" id="{A3D9F85F-D138-E8B7-D21F-F4DAF8BC87E1}"/>
                </a:ext>
              </a:extLst>
            </p:cNvPr>
            <p:cNvSpPr/>
            <p:nvPr/>
          </p:nvSpPr>
          <p:spPr>
            <a:xfrm>
              <a:off x="359983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3" name="Oval 2142">
              <a:extLst>
                <a:ext uri="{FF2B5EF4-FFF2-40B4-BE49-F238E27FC236}">
                  <a16:creationId xmlns:a16="http://schemas.microsoft.com/office/drawing/2014/main" id="{DED9A1DF-56E6-2479-4073-9F0E8C6CF5FA}"/>
                </a:ext>
              </a:extLst>
            </p:cNvPr>
            <p:cNvSpPr/>
            <p:nvPr/>
          </p:nvSpPr>
          <p:spPr>
            <a:xfrm>
              <a:off x="3523576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4" name="Oval 2143">
              <a:extLst>
                <a:ext uri="{FF2B5EF4-FFF2-40B4-BE49-F238E27FC236}">
                  <a16:creationId xmlns:a16="http://schemas.microsoft.com/office/drawing/2014/main" id="{2CB487BA-37C7-5A66-1636-1E3B82FA3496}"/>
                </a:ext>
              </a:extLst>
            </p:cNvPr>
            <p:cNvSpPr/>
            <p:nvPr/>
          </p:nvSpPr>
          <p:spPr>
            <a:xfrm>
              <a:off x="382301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5" name="Oval 2144">
              <a:extLst>
                <a:ext uri="{FF2B5EF4-FFF2-40B4-BE49-F238E27FC236}">
                  <a16:creationId xmlns:a16="http://schemas.microsoft.com/office/drawing/2014/main" id="{9D97EA08-AC4C-B99D-8106-0319AF2EDC98}"/>
                </a:ext>
              </a:extLst>
            </p:cNvPr>
            <p:cNvSpPr/>
            <p:nvPr/>
          </p:nvSpPr>
          <p:spPr>
            <a:xfrm>
              <a:off x="374676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6" name="Oval 2145">
              <a:extLst>
                <a:ext uri="{FF2B5EF4-FFF2-40B4-BE49-F238E27FC236}">
                  <a16:creationId xmlns:a16="http://schemas.microsoft.com/office/drawing/2014/main" id="{5DEB2039-FBC3-EB0A-F8E8-30ED152B02D6}"/>
                </a:ext>
              </a:extLst>
            </p:cNvPr>
            <p:cNvSpPr/>
            <p:nvPr/>
          </p:nvSpPr>
          <p:spPr>
            <a:xfrm>
              <a:off x="367050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7" name="Oval 2146">
              <a:extLst>
                <a:ext uri="{FF2B5EF4-FFF2-40B4-BE49-F238E27FC236}">
                  <a16:creationId xmlns:a16="http://schemas.microsoft.com/office/drawing/2014/main" id="{EE866CE9-6467-F432-EDB5-DD5A756BE864}"/>
                </a:ext>
              </a:extLst>
            </p:cNvPr>
            <p:cNvSpPr/>
            <p:nvPr/>
          </p:nvSpPr>
          <p:spPr>
            <a:xfrm>
              <a:off x="396994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8" name="Oval 2147">
              <a:extLst>
                <a:ext uri="{FF2B5EF4-FFF2-40B4-BE49-F238E27FC236}">
                  <a16:creationId xmlns:a16="http://schemas.microsoft.com/office/drawing/2014/main" id="{F05FC306-49BC-0C02-7191-1C54991F93BE}"/>
                </a:ext>
              </a:extLst>
            </p:cNvPr>
            <p:cNvSpPr/>
            <p:nvPr/>
          </p:nvSpPr>
          <p:spPr>
            <a:xfrm>
              <a:off x="3893692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49" name="Oval 2148">
              <a:extLst>
                <a:ext uri="{FF2B5EF4-FFF2-40B4-BE49-F238E27FC236}">
                  <a16:creationId xmlns:a16="http://schemas.microsoft.com/office/drawing/2014/main" id="{FA504950-5DEF-2B74-8D02-47D87FDB9AE9}"/>
                </a:ext>
              </a:extLst>
            </p:cNvPr>
            <p:cNvSpPr/>
            <p:nvPr/>
          </p:nvSpPr>
          <p:spPr>
            <a:xfrm>
              <a:off x="381743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0" name="Oval 2149">
              <a:extLst>
                <a:ext uri="{FF2B5EF4-FFF2-40B4-BE49-F238E27FC236}">
                  <a16:creationId xmlns:a16="http://schemas.microsoft.com/office/drawing/2014/main" id="{7AFB5EDC-84B1-3336-6396-C670CC31FED9}"/>
                </a:ext>
              </a:extLst>
            </p:cNvPr>
            <p:cNvSpPr/>
            <p:nvPr/>
          </p:nvSpPr>
          <p:spPr>
            <a:xfrm>
              <a:off x="4116877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1" name="Oval 2150">
              <a:extLst>
                <a:ext uri="{FF2B5EF4-FFF2-40B4-BE49-F238E27FC236}">
                  <a16:creationId xmlns:a16="http://schemas.microsoft.com/office/drawing/2014/main" id="{21D63CD3-9078-D8CC-26FA-0AD5AF495C06}"/>
                </a:ext>
              </a:extLst>
            </p:cNvPr>
            <p:cNvSpPr/>
            <p:nvPr/>
          </p:nvSpPr>
          <p:spPr>
            <a:xfrm>
              <a:off x="3964366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152" name="Group 2151">
            <a:extLst>
              <a:ext uri="{FF2B5EF4-FFF2-40B4-BE49-F238E27FC236}">
                <a16:creationId xmlns:a16="http://schemas.microsoft.com/office/drawing/2014/main" id="{31B59100-03DB-4BBE-E5A2-6048DCC93EDC}"/>
              </a:ext>
            </a:extLst>
          </p:cNvPr>
          <p:cNvGrpSpPr/>
          <p:nvPr/>
        </p:nvGrpSpPr>
        <p:grpSpPr>
          <a:xfrm>
            <a:off x="6758832" y="2054732"/>
            <a:ext cx="456337" cy="524738"/>
            <a:chOff x="4405755" y="3634307"/>
            <a:chExt cx="839302" cy="965106"/>
          </a:xfrm>
        </p:grpSpPr>
        <p:sp>
          <p:nvSpPr>
            <p:cNvPr id="2153" name="Oval 2152">
              <a:extLst>
                <a:ext uri="{FF2B5EF4-FFF2-40B4-BE49-F238E27FC236}">
                  <a16:creationId xmlns:a16="http://schemas.microsoft.com/office/drawing/2014/main" id="{1BE50FE0-E610-8A88-C190-CE9354F0151B}"/>
                </a:ext>
              </a:extLst>
            </p:cNvPr>
            <p:cNvSpPr/>
            <p:nvPr/>
          </p:nvSpPr>
          <p:spPr>
            <a:xfrm>
              <a:off x="455826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4" name="Oval 2153">
              <a:extLst>
                <a:ext uri="{FF2B5EF4-FFF2-40B4-BE49-F238E27FC236}">
                  <a16:creationId xmlns:a16="http://schemas.microsoft.com/office/drawing/2014/main" id="{9E692094-371C-51A6-1312-E3200250A22D}"/>
                </a:ext>
              </a:extLst>
            </p:cNvPr>
            <p:cNvSpPr/>
            <p:nvPr/>
          </p:nvSpPr>
          <p:spPr>
            <a:xfrm>
              <a:off x="4532847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5" name="Oval 2154">
              <a:extLst>
                <a:ext uri="{FF2B5EF4-FFF2-40B4-BE49-F238E27FC236}">
                  <a16:creationId xmlns:a16="http://schemas.microsoft.com/office/drawing/2014/main" id="{50402627-CC87-03B3-2769-7F8DCD2F644F}"/>
                </a:ext>
              </a:extLst>
            </p:cNvPr>
            <p:cNvSpPr/>
            <p:nvPr/>
          </p:nvSpPr>
          <p:spPr>
            <a:xfrm>
              <a:off x="4507429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6" name="Oval 2155">
              <a:extLst>
                <a:ext uri="{FF2B5EF4-FFF2-40B4-BE49-F238E27FC236}">
                  <a16:creationId xmlns:a16="http://schemas.microsoft.com/office/drawing/2014/main" id="{56D645A3-8FE5-A2BA-A81C-B579746BC844}"/>
                </a:ext>
              </a:extLst>
            </p:cNvPr>
            <p:cNvSpPr/>
            <p:nvPr/>
          </p:nvSpPr>
          <p:spPr>
            <a:xfrm>
              <a:off x="4482010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7" name="Oval 2156">
              <a:extLst>
                <a:ext uri="{FF2B5EF4-FFF2-40B4-BE49-F238E27FC236}">
                  <a16:creationId xmlns:a16="http://schemas.microsoft.com/office/drawing/2014/main" id="{99CECB3E-73D0-53F3-192B-FAD3A7E4B9D9}"/>
                </a:ext>
              </a:extLst>
            </p:cNvPr>
            <p:cNvSpPr/>
            <p:nvPr/>
          </p:nvSpPr>
          <p:spPr>
            <a:xfrm>
              <a:off x="445659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8" name="Oval 2157">
              <a:extLst>
                <a:ext uri="{FF2B5EF4-FFF2-40B4-BE49-F238E27FC236}">
                  <a16:creationId xmlns:a16="http://schemas.microsoft.com/office/drawing/2014/main" id="{4DE8366D-4704-755E-EDE8-B6B05FF7F3A4}"/>
                </a:ext>
              </a:extLst>
            </p:cNvPr>
            <p:cNvSpPr/>
            <p:nvPr/>
          </p:nvSpPr>
          <p:spPr>
            <a:xfrm>
              <a:off x="4431173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9" name="Oval 2158">
              <a:extLst>
                <a:ext uri="{FF2B5EF4-FFF2-40B4-BE49-F238E27FC236}">
                  <a16:creationId xmlns:a16="http://schemas.microsoft.com/office/drawing/2014/main" id="{AE66A963-F28F-7582-2D9E-FBE40F56F410}"/>
                </a:ext>
              </a:extLst>
            </p:cNvPr>
            <p:cNvSpPr/>
            <p:nvPr/>
          </p:nvSpPr>
          <p:spPr>
            <a:xfrm>
              <a:off x="4405755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0" name="Oval 2159">
              <a:extLst>
                <a:ext uri="{FF2B5EF4-FFF2-40B4-BE49-F238E27FC236}">
                  <a16:creationId xmlns:a16="http://schemas.microsoft.com/office/drawing/2014/main" id="{F2500578-7A3A-9D76-E284-2310841E6849}"/>
                </a:ext>
              </a:extLst>
            </p:cNvPr>
            <p:cNvSpPr/>
            <p:nvPr/>
          </p:nvSpPr>
          <p:spPr>
            <a:xfrm>
              <a:off x="4705196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1" name="Oval 2160">
              <a:extLst>
                <a:ext uri="{FF2B5EF4-FFF2-40B4-BE49-F238E27FC236}">
                  <a16:creationId xmlns:a16="http://schemas.microsoft.com/office/drawing/2014/main" id="{D92D58CE-AE96-1034-B199-0AC1A7B395E1}"/>
                </a:ext>
              </a:extLst>
            </p:cNvPr>
            <p:cNvSpPr/>
            <p:nvPr/>
          </p:nvSpPr>
          <p:spPr>
            <a:xfrm>
              <a:off x="4628940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2" name="Oval 2161">
              <a:extLst>
                <a:ext uri="{FF2B5EF4-FFF2-40B4-BE49-F238E27FC236}">
                  <a16:creationId xmlns:a16="http://schemas.microsoft.com/office/drawing/2014/main" id="{603364EC-7F24-1CFD-AF33-C2408B312406}"/>
                </a:ext>
              </a:extLst>
            </p:cNvPr>
            <p:cNvSpPr/>
            <p:nvPr/>
          </p:nvSpPr>
          <p:spPr>
            <a:xfrm>
              <a:off x="4852126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3" name="Oval 2162">
              <a:extLst>
                <a:ext uri="{FF2B5EF4-FFF2-40B4-BE49-F238E27FC236}">
                  <a16:creationId xmlns:a16="http://schemas.microsoft.com/office/drawing/2014/main" id="{E1EE07AE-4615-A78E-E8F7-BEF0672690E6}"/>
                </a:ext>
              </a:extLst>
            </p:cNvPr>
            <p:cNvSpPr/>
            <p:nvPr/>
          </p:nvSpPr>
          <p:spPr>
            <a:xfrm>
              <a:off x="4775871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4" name="Oval 2163">
              <a:extLst>
                <a:ext uri="{FF2B5EF4-FFF2-40B4-BE49-F238E27FC236}">
                  <a16:creationId xmlns:a16="http://schemas.microsoft.com/office/drawing/2014/main" id="{84EB1720-BCDF-2594-57EA-04E045449FFA}"/>
                </a:ext>
              </a:extLst>
            </p:cNvPr>
            <p:cNvSpPr/>
            <p:nvPr/>
          </p:nvSpPr>
          <p:spPr>
            <a:xfrm>
              <a:off x="4999056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5" name="Oval 2164">
              <a:extLst>
                <a:ext uri="{FF2B5EF4-FFF2-40B4-BE49-F238E27FC236}">
                  <a16:creationId xmlns:a16="http://schemas.microsoft.com/office/drawing/2014/main" id="{544F6130-FEBE-547A-5F6F-A4BB625FFB59}"/>
                </a:ext>
              </a:extLst>
            </p:cNvPr>
            <p:cNvSpPr/>
            <p:nvPr/>
          </p:nvSpPr>
          <p:spPr>
            <a:xfrm>
              <a:off x="4922801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6" name="Oval 2165">
              <a:extLst>
                <a:ext uri="{FF2B5EF4-FFF2-40B4-BE49-F238E27FC236}">
                  <a16:creationId xmlns:a16="http://schemas.microsoft.com/office/drawing/2014/main" id="{56D019E8-BD33-4F87-F150-D3681EC6C054}"/>
                </a:ext>
              </a:extLst>
            </p:cNvPr>
            <p:cNvSpPr/>
            <p:nvPr/>
          </p:nvSpPr>
          <p:spPr>
            <a:xfrm>
              <a:off x="514598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167" name="Group 2166">
            <a:extLst>
              <a:ext uri="{FF2B5EF4-FFF2-40B4-BE49-F238E27FC236}">
                <a16:creationId xmlns:a16="http://schemas.microsoft.com/office/drawing/2014/main" id="{1DAE78EA-14EE-6FB9-0D87-2EA717459098}"/>
              </a:ext>
            </a:extLst>
          </p:cNvPr>
          <p:cNvGrpSpPr/>
          <p:nvPr/>
        </p:nvGrpSpPr>
        <p:grpSpPr>
          <a:xfrm>
            <a:off x="7332743" y="2054732"/>
            <a:ext cx="428697" cy="524738"/>
            <a:chOff x="5460282" y="3634307"/>
            <a:chExt cx="788466" cy="965106"/>
          </a:xfrm>
        </p:grpSpPr>
        <p:sp>
          <p:nvSpPr>
            <p:cNvPr id="2168" name="Oval 2167">
              <a:extLst>
                <a:ext uri="{FF2B5EF4-FFF2-40B4-BE49-F238E27FC236}">
                  <a16:creationId xmlns:a16="http://schemas.microsoft.com/office/drawing/2014/main" id="{9CADA09C-6B1F-8D5B-53EB-487070D6D898}"/>
                </a:ext>
              </a:extLst>
            </p:cNvPr>
            <p:cNvSpPr/>
            <p:nvPr/>
          </p:nvSpPr>
          <p:spPr>
            <a:xfrm>
              <a:off x="5561956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9" name="Oval 2168">
              <a:extLst>
                <a:ext uri="{FF2B5EF4-FFF2-40B4-BE49-F238E27FC236}">
                  <a16:creationId xmlns:a16="http://schemas.microsoft.com/office/drawing/2014/main" id="{85CE8374-3EE5-6CE5-2C80-1A0CACA6DA64}"/>
                </a:ext>
              </a:extLst>
            </p:cNvPr>
            <p:cNvSpPr/>
            <p:nvPr/>
          </p:nvSpPr>
          <p:spPr>
            <a:xfrm>
              <a:off x="5536538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0" name="Oval 2169">
              <a:extLst>
                <a:ext uri="{FF2B5EF4-FFF2-40B4-BE49-F238E27FC236}">
                  <a16:creationId xmlns:a16="http://schemas.microsoft.com/office/drawing/2014/main" id="{F112E229-7655-32B4-1458-EB53821BD951}"/>
                </a:ext>
              </a:extLst>
            </p:cNvPr>
            <p:cNvSpPr/>
            <p:nvPr/>
          </p:nvSpPr>
          <p:spPr>
            <a:xfrm>
              <a:off x="5511119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1" name="Oval 2170">
              <a:extLst>
                <a:ext uri="{FF2B5EF4-FFF2-40B4-BE49-F238E27FC236}">
                  <a16:creationId xmlns:a16="http://schemas.microsoft.com/office/drawing/2014/main" id="{28940200-A607-022D-C648-783315722A73}"/>
                </a:ext>
              </a:extLst>
            </p:cNvPr>
            <p:cNvSpPr/>
            <p:nvPr/>
          </p:nvSpPr>
          <p:spPr>
            <a:xfrm>
              <a:off x="5485701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2" name="Oval 2171">
              <a:extLst>
                <a:ext uri="{FF2B5EF4-FFF2-40B4-BE49-F238E27FC236}">
                  <a16:creationId xmlns:a16="http://schemas.microsoft.com/office/drawing/2014/main" id="{AAFDC8AC-5236-0FED-408A-A772211C3383}"/>
                </a:ext>
              </a:extLst>
            </p:cNvPr>
            <p:cNvSpPr/>
            <p:nvPr/>
          </p:nvSpPr>
          <p:spPr>
            <a:xfrm>
              <a:off x="5460282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3" name="Oval 2172">
              <a:extLst>
                <a:ext uri="{FF2B5EF4-FFF2-40B4-BE49-F238E27FC236}">
                  <a16:creationId xmlns:a16="http://schemas.microsoft.com/office/drawing/2014/main" id="{38ECCA14-54F0-E30E-6ABD-5A33A44282CC}"/>
                </a:ext>
              </a:extLst>
            </p:cNvPr>
            <p:cNvSpPr/>
            <p:nvPr/>
          </p:nvSpPr>
          <p:spPr>
            <a:xfrm>
              <a:off x="573430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4" name="Oval 2173">
              <a:extLst>
                <a:ext uri="{FF2B5EF4-FFF2-40B4-BE49-F238E27FC236}">
                  <a16:creationId xmlns:a16="http://schemas.microsoft.com/office/drawing/2014/main" id="{615827BD-EBC1-6AD7-6386-ED8E8563A745}"/>
                </a:ext>
              </a:extLst>
            </p:cNvPr>
            <p:cNvSpPr/>
            <p:nvPr/>
          </p:nvSpPr>
          <p:spPr>
            <a:xfrm>
              <a:off x="5581794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5" name="Oval 2174">
              <a:extLst>
                <a:ext uri="{FF2B5EF4-FFF2-40B4-BE49-F238E27FC236}">
                  <a16:creationId xmlns:a16="http://schemas.microsoft.com/office/drawing/2014/main" id="{EDFE50AB-BC6D-CBA2-5686-CA134FC69240}"/>
                </a:ext>
              </a:extLst>
            </p:cNvPr>
            <p:cNvSpPr/>
            <p:nvPr/>
          </p:nvSpPr>
          <p:spPr>
            <a:xfrm>
              <a:off x="588123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6" name="Oval 2175">
              <a:extLst>
                <a:ext uri="{FF2B5EF4-FFF2-40B4-BE49-F238E27FC236}">
                  <a16:creationId xmlns:a16="http://schemas.microsoft.com/office/drawing/2014/main" id="{0288F497-8D47-332A-D73D-13A6449B15F3}"/>
                </a:ext>
              </a:extLst>
            </p:cNvPr>
            <p:cNvSpPr/>
            <p:nvPr/>
          </p:nvSpPr>
          <p:spPr>
            <a:xfrm>
              <a:off x="5728724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7" name="Oval 2176">
              <a:extLst>
                <a:ext uri="{FF2B5EF4-FFF2-40B4-BE49-F238E27FC236}">
                  <a16:creationId xmlns:a16="http://schemas.microsoft.com/office/drawing/2014/main" id="{775F87CE-CD65-6A70-9E77-2BED459FF2DE}"/>
                </a:ext>
              </a:extLst>
            </p:cNvPr>
            <p:cNvSpPr/>
            <p:nvPr/>
          </p:nvSpPr>
          <p:spPr>
            <a:xfrm>
              <a:off x="6028165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8" name="Oval 2177">
              <a:extLst>
                <a:ext uri="{FF2B5EF4-FFF2-40B4-BE49-F238E27FC236}">
                  <a16:creationId xmlns:a16="http://schemas.microsoft.com/office/drawing/2014/main" id="{A1E4B951-CB1E-C48D-D29C-1321B870A639}"/>
                </a:ext>
              </a:extLst>
            </p:cNvPr>
            <p:cNvSpPr/>
            <p:nvPr/>
          </p:nvSpPr>
          <p:spPr>
            <a:xfrm>
              <a:off x="592649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79" name="Oval 2178">
              <a:extLst>
                <a:ext uri="{FF2B5EF4-FFF2-40B4-BE49-F238E27FC236}">
                  <a16:creationId xmlns:a16="http://schemas.microsoft.com/office/drawing/2014/main" id="{83FC4CF5-5C0B-BF26-224D-8B59894A02FE}"/>
                </a:ext>
              </a:extLst>
            </p:cNvPr>
            <p:cNvSpPr/>
            <p:nvPr/>
          </p:nvSpPr>
          <p:spPr>
            <a:xfrm>
              <a:off x="5875655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0" name="Oval 2179">
              <a:extLst>
                <a:ext uri="{FF2B5EF4-FFF2-40B4-BE49-F238E27FC236}">
                  <a16:creationId xmlns:a16="http://schemas.microsoft.com/office/drawing/2014/main" id="{B9C848BC-590A-B0A2-548E-4968132F8EF7}"/>
                </a:ext>
              </a:extLst>
            </p:cNvPr>
            <p:cNvSpPr/>
            <p:nvPr/>
          </p:nvSpPr>
          <p:spPr>
            <a:xfrm>
              <a:off x="6149676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1" name="Oval 2180">
              <a:extLst>
                <a:ext uri="{FF2B5EF4-FFF2-40B4-BE49-F238E27FC236}">
                  <a16:creationId xmlns:a16="http://schemas.microsoft.com/office/drawing/2014/main" id="{69C376F9-BEFF-B4EF-172B-A0AB80DBF0FE}"/>
                </a:ext>
              </a:extLst>
            </p:cNvPr>
            <p:cNvSpPr/>
            <p:nvPr/>
          </p:nvSpPr>
          <p:spPr>
            <a:xfrm>
              <a:off x="6073421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2" name="Oval 2181">
              <a:extLst>
                <a:ext uri="{FF2B5EF4-FFF2-40B4-BE49-F238E27FC236}">
                  <a16:creationId xmlns:a16="http://schemas.microsoft.com/office/drawing/2014/main" id="{2F8378B7-6AC2-0862-FA58-7BC109D4484D}"/>
                </a:ext>
              </a:extLst>
            </p:cNvPr>
            <p:cNvSpPr/>
            <p:nvPr/>
          </p:nvSpPr>
          <p:spPr>
            <a:xfrm>
              <a:off x="6048002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183" name="Group 2182">
            <a:extLst>
              <a:ext uri="{FF2B5EF4-FFF2-40B4-BE49-F238E27FC236}">
                <a16:creationId xmlns:a16="http://schemas.microsoft.com/office/drawing/2014/main" id="{A32543D4-37DB-90F2-2363-4C52B8E0C25B}"/>
              </a:ext>
            </a:extLst>
          </p:cNvPr>
          <p:cNvGrpSpPr/>
          <p:nvPr/>
        </p:nvGrpSpPr>
        <p:grpSpPr>
          <a:xfrm>
            <a:off x="7885111" y="2054732"/>
            <a:ext cx="456337" cy="524738"/>
            <a:chOff x="6463973" y="3634307"/>
            <a:chExt cx="839302" cy="965106"/>
          </a:xfrm>
        </p:grpSpPr>
        <p:sp>
          <p:nvSpPr>
            <p:cNvPr id="2184" name="Oval 2183">
              <a:extLst>
                <a:ext uri="{FF2B5EF4-FFF2-40B4-BE49-F238E27FC236}">
                  <a16:creationId xmlns:a16="http://schemas.microsoft.com/office/drawing/2014/main" id="{DDE7D348-5556-1B91-C2EA-8E68DC61137B}"/>
                </a:ext>
              </a:extLst>
            </p:cNvPr>
            <p:cNvSpPr/>
            <p:nvPr/>
          </p:nvSpPr>
          <p:spPr>
            <a:xfrm>
              <a:off x="661648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5" name="Oval 2184">
              <a:extLst>
                <a:ext uri="{FF2B5EF4-FFF2-40B4-BE49-F238E27FC236}">
                  <a16:creationId xmlns:a16="http://schemas.microsoft.com/office/drawing/2014/main" id="{3978FD07-9958-1B0A-547A-14AEAAEA7EAF}"/>
                </a:ext>
              </a:extLst>
            </p:cNvPr>
            <p:cNvSpPr/>
            <p:nvPr/>
          </p:nvSpPr>
          <p:spPr>
            <a:xfrm>
              <a:off x="6591065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6" name="Oval 2185">
              <a:extLst>
                <a:ext uri="{FF2B5EF4-FFF2-40B4-BE49-F238E27FC236}">
                  <a16:creationId xmlns:a16="http://schemas.microsoft.com/office/drawing/2014/main" id="{848DDD33-3AF0-46BB-851E-E66144582529}"/>
                </a:ext>
              </a:extLst>
            </p:cNvPr>
            <p:cNvSpPr/>
            <p:nvPr/>
          </p:nvSpPr>
          <p:spPr>
            <a:xfrm>
              <a:off x="656564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7" name="Oval 2186">
              <a:extLst>
                <a:ext uri="{FF2B5EF4-FFF2-40B4-BE49-F238E27FC236}">
                  <a16:creationId xmlns:a16="http://schemas.microsoft.com/office/drawing/2014/main" id="{13C6E656-1058-F01E-A0E9-8EBE09554A74}"/>
                </a:ext>
              </a:extLst>
            </p:cNvPr>
            <p:cNvSpPr/>
            <p:nvPr/>
          </p:nvSpPr>
          <p:spPr>
            <a:xfrm>
              <a:off x="654022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8" name="Oval 2187">
              <a:extLst>
                <a:ext uri="{FF2B5EF4-FFF2-40B4-BE49-F238E27FC236}">
                  <a16:creationId xmlns:a16="http://schemas.microsoft.com/office/drawing/2014/main" id="{2862CB34-D561-4335-FAB4-2473C8C0E3E4}"/>
                </a:ext>
              </a:extLst>
            </p:cNvPr>
            <p:cNvSpPr/>
            <p:nvPr/>
          </p:nvSpPr>
          <p:spPr>
            <a:xfrm>
              <a:off x="6514810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89" name="Oval 2188">
              <a:extLst>
                <a:ext uri="{FF2B5EF4-FFF2-40B4-BE49-F238E27FC236}">
                  <a16:creationId xmlns:a16="http://schemas.microsoft.com/office/drawing/2014/main" id="{9B29F370-C8B3-DF6A-54F6-8859806B1F1E}"/>
                </a:ext>
              </a:extLst>
            </p:cNvPr>
            <p:cNvSpPr/>
            <p:nvPr/>
          </p:nvSpPr>
          <p:spPr>
            <a:xfrm>
              <a:off x="648939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0" name="Oval 2189">
              <a:extLst>
                <a:ext uri="{FF2B5EF4-FFF2-40B4-BE49-F238E27FC236}">
                  <a16:creationId xmlns:a16="http://schemas.microsoft.com/office/drawing/2014/main" id="{6A78DCFB-5B07-7A77-EE79-8B804555AC82}"/>
                </a:ext>
              </a:extLst>
            </p:cNvPr>
            <p:cNvSpPr/>
            <p:nvPr/>
          </p:nvSpPr>
          <p:spPr>
            <a:xfrm>
              <a:off x="6463973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1" name="Oval 2190">
              <a:extLst>
                <a:ext uri="{FF2B5EF4-FFF2-40B4-BE49-F238E27FC236}">
                  <a16:creationId xmlns:a16="http://schemas.microsoft.com/office/drawing/2014/main" id="{7A3A3189-E748-88D2-9307-52132EEF7997}"/>
                </a:ext>
              </a:extLst>
            </p:cNvPr>
            <p:cNvSpPr/>
            <p:nvPr/>
          </p:nvSpPr>
          <p:spPr>
            <a:xfrm>
              <a:off x="668715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2" name="Oval 2191">
              <a:extLst>
                <a:ext uri="{FF2B5EF4-FFF2-40B4-BE49-F238E27FC236}">
                  <a16:creationId xmlns:a16="http://schemas.microsoft.com/office/drawing/2014/main" id="{C741B62A-EB57-661C-05D0-4B221D08631F}"/>
                </a:ext>
              </a:extLst>
            </p:cNvPr>
            <p:cNvSpPr/>
            <p:nvPr/>
          </p:nvSpPr>
          <p:spPr>
            <a:xfrm>
              <a:off x="6834089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3" name="Oval 2192">
              <a:extLst>
                <a:ext uri="{FF2B5EF4-FFF2-40B4-BE49-F238E27FC236}">
                  <a16:creationId xmlns:a16="http://schemas.microsoft.com/office/drawing/2014/main" id="{D7AAC68B-CA78-449A-3EA7-67FEF544429A}"/>
                </a:ext>
              </a:extLst>
            </p:cNvPr>
            <p:cNvSpPr/>
            <p:nvPr/>
          </p:nvSpPr>
          <p:spPr>
            <a:xfrm>
              <a:off x="6981019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4" name="Oval 2193">
              <a:extLst>
                <a:ext uri="{FF2B5EF4-FFF2-40B4-BE49-F238E27FC236}">
                  <a16:creationId xmlns:a16="http://schemas.microsoft.com/office/drawing/2014/main" id="{92D34AEE-5763-214D-690F-D4ABBB7F7706}"/>
                </a:ext>
              </a:extLst>
            </p:cNvPr>
            <p:cNvSpPr/>
            <p:nvPr/>
          </p:nvSpPr>
          <p:spPr>
            <a:xfrm>
              <a:off x="720420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5" name="Oval 2194">
              <a:extLst>
                <a:ext uri="{FF2B5EF4-FFF2-40B4-BE49-F238E27FC236}">
                  <a16:creationId xmlns:a16="http://schemas.microsoft.com/office/drawing/2014/main" id="{516B77E5-8BB9-0A92-64FB-33E35F243B10}"/>
                </a:ext>
              </a:extLst>
            </p:cNvPr>
            <p:cNvSpPr/>
            <p:nvPr/>
          </p:nvSpPr>
          <p:spPr>
            <a:xfrm>
              <a:off x="7178785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6" name="Oval 2195">
              <a:extLst>
                <a:ext uri="{FF2B5EF4-FFF2-40B4-BE49-F238E27FC236}">
                  <a16:creationId xmlns:a16="http://schemas.microsoft.com/office/drawing/2014/main" id="{99D2970F-136C-95D4-C51E-AC004F45202B}"/>
                </a:ext>
              </a:extLst>
            </p:cNvPr>
            <p:cNvSpPr/>
            <p:nvPr/>
          </p:nvSpPr>
          <p:spPr>
            <a:xfrm>
              <a:off x="7153367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7" name="Oval 2196">
              <a:extLst>
                <a:ext uri="{FF2B5EF4-FFF2-40B4-BE49-F238E27FC236}">
                  <a16:creationId xmlns:a16="http://schemas.microsoft.com/office/drawing/2014/main" id="{B5E4E8D4-1B70-0AB6-62C3-588415BDCF40}"/>
                </a:ext>
              </a:extLst>
            </p:cNvPr>
            <p:cNvSpPr/>
            <p:nvPr/>
          </p:nvSpPr>
          <p:spPr>
            <a:xfrm>
              <a:off x="712794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8" name="Oval 2197">
              <a:extLst>
                <a:ext uri="{FF2B5EF4-FFF2-40B4-BE49-F238E27FC236}">
                  <a16:creationId xmlns:a16="http://schemas.microsoft.com/office/drawing/2014/main" id="{F2156C65-E197-3E61-CC42-EF5CC13554D4}"/>
                </a:ext>
              </a:extLst>
            </p:cNvPr>
            <p:cNvSpPr/>
            <p:nvPr/>
          </p:nvSpPr>
          <p:spPr>
            <a:xfrm>
              <a:off x="7102530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99" name="Oval 2198">
              <a:extLst>
                <a:ext uri="{FF2B5EF4-FFF2-40B4-BE49-F238E27FC236}">
                  <a16:creationId xmlns:a16="http://schemas.microsoft.com/office/drawing/2014/main" id="{30D4798F-85CE-E34D-4664-EFAAB3CDB304}"/>
                </a:ext>
              </a:extLst>
            </p:cNvPr>
            <p:cNvSpPr/>
            <p:nvPr/>
          </p:nvSpPr>
          <p:spPr>
            <a:xfrm>
              <a:off x="707711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0" name="Oval 2199">
              <a:extLst>
                <a:ext uri="{FF2B5EF4-FFF2-40B4-BE49-F238E27FC236}">
                  <a16:creationId xmlns:a16="http://schemas.microsoft.com/office/drawing/2014/main" id="{26895813-B940-CAAB-D14C-36553ED57D2E}"/>
                </a:ext>
              </a:extLst>
            </p:cNvPr>
            <p:cNvSpPr/>
            <p:nvPr/>
          </p:nvSpPr>
          <p:spPr>
            <a:xfrm>
              <a:off x="7051693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01" name="Group 2200">
            <a:extLst>
              <a:ext uri="{FF2B5EF4-FFF2-40B4-BE49-F238E27FC236}">
                <a16:creationId xmlns:a16="http://schemas.microsoft.com/office/drawing/2014/main" id="{DA08CBCB-E472-F097-5C54-35A92FF015C2}"/>
              </a:ext>
            </a:extLst>
          </p:cNvPr>
          <p:cNvGrpSpPr/>
          <p:nvPr/>
        </p:nvGrpSpPr>
        <p:grpSpPr>
          <a:xfrm>
            <a:off x="3855421" y="2807563"/>
            <a:ext cx="456337" cy="524738"/>
            <a:chOff x="7493082" y="3634307"/>
            <a:chExt cx="839302" cy="965106"/>
          </a:xfrm>
        </p:grpSpPr>
        <p:sp>
          <p:nvSpPr>
            <p:cNvPr id="2202" name="Oval 2201">
              <a:extLst>
                <a:ext uri="{FF2B5EF4-FFF2-40B4-BE49-F238E27FC236}">
                  <a16:creationId xmlns:a16="http://schemas.microsoft.com/office/drawing/2014/main" id="{50F92732-3EA3-41C7-4D2E-D35D62785BDC}"/>
                </a:ext>
              </a:extLst>
            </p:cNvPr>
            <p:cNvSpPr/>
            <p:nvPr/>
          </p:nvSpPr>
          <p:spPr>
            <a:xfrm>
              <a:off x="7645592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3" name="Oval 2202">
              <a:extLst>
                <a:ext uri="{FF2B5EF4-FFF2-40B4-BE49-F238E27FC236}">
                  <a16:creationId xmlns:a16="http://schemas.microsoft.com/office/drawing/2014/main" id="{90CB0260-17CC-8C87-4EBB-937ED75086F8}"/>
                </a:ext>
              </a:extLst>
            </p:cNvPr>
            <p:cNvSpPr/>
            <p:nvPr/>
          </p:nvSpPr>
          <p:spPr>
            <a:xfrm>
              <a:off x="749308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4" name="Oval 2203">
              <a:extLst>
                <a:ext uri="{FF2B5EF4-FFF2-40B4-BE49-F238E27FC236}">
                  <a16:creationId xmlns:a16="http://schemas.microsoft.com/office/drawing/2014/main" id="{15F03045-8B89-D298-6BE8-227BF1A61AE7}"/>
                </a:ext>
              </a:extLst>
            </p:cNvPr>
            <p:cNvSpPr/>
            <p:nvPr/>
          </p:nvSpPr>
          <p:spPr>
            <a:xfrm>
              <a:off x="779252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5" name="Oval 2204">
              <a:extLst>
                <a:ext uri="{FF2B5EF4-FFF2-40B4-BE49-F238E27FC236}">
                  <a16:creationId xmlns:a16="http://schemas.microsoft.com/office/drawing/2014/main" id="{753B7AB4-4CEA-0C3B-2D2E-44690421D474}"/>
                </a:ext>
              </a:extLst>
            </p:cNvPr>
            <p:cNvSpPr/>
            <p:nvPr/>
          </p:nvSpPr>
          <p:spPr>
            <a:xfrm>
              <a:off x="764001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6" name="Oval 2205">
              <a:extLst>
                <a:ext uri="{FF2B5EF4-FFF2-40B4-BE49-F238E27FC236}">
                  <a16:creationId xmlns:a16="http://schemas.microsoft.com/office/drawing/2014/main" id="{FB7F2D6C-F2CB-653F-FB9E-400F0570C1FB}"/>
                </a:ext>
              </a:extLst>
            </p:cNvPr>
            <p:cNvSpPr/>
            <p:nvPr/>
          </p:nvSpPr>
          <p:spPr>
            <a:xfrm>
              <a:off x="793945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7" name="Oval 2206">
              <a:extLst>
                <a:ext uri="{FF2B5EF4-FFF2-40B4-BE49-F238E27FC236}">
                  <a16:creationId xmlns:a16="http://schemas.microsoft.com/office/drawing/2014/main" id="{0176A2B4-E2B8-CB33-4FC8-C88EEAD8B179}"/>
                </a:ext>
              </a:extLst>
            </p:cNvPr>
            <p:cNvSpPr/>
            <p:nvPr/>
          </p:nvSpPr>
          <p:spPr>
            <a:xfrm>
              <a:off x="7914035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8" name="Oval 2207">
              <a:extLst>
                <a:ext uri="{FF2B5EF4-FFF2-40B4-BE49-F238E27FC236}">
                  <a16:creationId xmlns:a16="http://schemas.microsoft.com/office/drawing/2014/main" id="{14780BA7-480B-6A49-62B7-9854E33370AD}"/>
                </a:ext>
              </a:extLst>
            </p:cNvPr>
            <p:cNvSpPr/>
            <p:nvPr/>
          </p:nvSpPr>
          <p:spPr>
            <a:xfrm>
              <a:off x="788861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09" name="Oval 2208">
              <a:extLst>
                <a:ext uri="{FF2B5EF4-FFF2-40B4-BE49-F238E27FC236}">
                  <a16:creationId xmlns:a16="http://schemas.microsoft.com/office/drawing/2014/main" id="{0E654E77-5805-607D-56A2-34CA9B2AADB5}"/>
                </a:ext>
              </a:extLst>
            </p:cNvPr>
            <p:cNvSpPr/>
            <p:nvPr/>
          </p:nvSpPr>
          <p:spPr>
            <a:xfrm>
              <a:off x="7863198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0" name="Oval 2209">
              <a:extLst>
                <a:ext uri="{FF2B5EF4-FFF2-40B4-BE49-F238E27FC236}">
                  <a16:creationId xmlns:a16="http://schemas.microsoft.com/office/drawing/2014/main" id="{FC29923D-EA6E-CBDD-11DF-0B187A06AAC0}"/>
                </a:ext>
              </a:extLst>
            </p:cNvPr>
            <p:cNvSpPr/>
            <p:nvPr/>
          </p:nvSpPr>
          <p:spPr>
            <a:xfrm>
              <a:off x="7837779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1" name="Oval 2210">
              <a:extLst>
                <a:ext uri="{FF2B5EF4-FFF2-40B4-BE49-F238E27FC236}">
                  <a16:creationId xmlns:a16="http://schemas.microsoft.com/office/drawing/2014/main" id="{354198E1-E668-6506-44CF-096749BBB194}"/>
                </a:ext>
              </a:extLst>
            </p:cNvPr>
            <p:cNvSpPr/>
            <p:nvPr/>
          </p:nvSpPr>
          <p:spPr>
            <a:xfrm>
              <a:off x="781236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2" name="Oval 2211">
              <a:extLst>
                <a:ext uri="{FF2B5EF4-FFF2-40B4-BE49-F238E27FC236}">
                  <a16:creationId xmlns:a16="http://schemas.microsoft.com/office/drawing/2014/main" id="{5A5CA3F8-6A5E-710C-F2C0-8DB881D526B9}"/>
                </a:ext>
              </a:extLst>
            </p:cNvPr>
            <p:cNvSpPr/>
            <p:nvPr/>
          </p:nvSpPr>
          <p:spPr>
            <a:xfrm>
              <a:off x="778694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3" name="Oval 2212">
              <a:extLst>
                <a:ext uri="{FF2B5EF4-FFF2-40B4-BE49-F238E27FC236}">
                  <a16:creationId xmlns:a16="http://schemas.microsoft.com/office/drawing/2014/main" id="{57F56B0B-A280-8DCC-5FCC-BC21EFC6ED6C}"/>
                </a:ext>
              </a:extLst>
            </p:cNvPr>
            <p:cNvSpPr/>
            <p:nvPr/>
          </p:nvSpPr>
          <p:spPr>
            <a:xfrm>
              <a:off x="8086383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4" name="Oval 2213">
              <a:extLst>
                <a:ext uri="{FF2B5EF4-FFF2-40B4-BE49-F238E27FC236}">
                  <a16:creationId xmlns:a16="http://schemas.microsoft.com/office/drawing/2014/main" id="{4834512A-A73F-E2BF-6B18-9C46DF83B49F}"/>
                </a:ext>
              </a:extLst>
            </p:cNvPr>
            <p:cNvSpPr/>
            <p:nvPr/>
          </p:nvSpPr>
          <p:spPr>
            <a:xfrm>
              <a:off x="7933873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5" name="Oval 2214">
              <a:extLst>
                <a:ext uri="{FF2B5EF4-FFF2-40B4-BE49-F238E27FC236}">
                  <a16:creationId xmlns:a16="http://schemas.microsoft.com/office/drawing/2014/main" id="{FD326EB5-81BD-1DBB-E7E1-756880044478}"/>
                </a:ext>
              </a:extLst>
            </p:cNvPr>
            <p:cNvSpPr/>
            <p:nvPr/>
          </p:nvSpPr>
          <p:spPr>
            <a:xfrm>
              <a:off x="8233312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16" name="Oval 2215">
              <a:extLst>
                <a:ext uri="{FF2B5EF4-FFF2-40B4-BE49-F238E27FC236}">
                  <a16:creationId xmlns:a16="http://schemas.microsoft.com/office/drawing/2014/main" id="{387401A4-EE4F-0740-D74A-B4B12D8989F2}"/>
                </a:ext>
              </a:extLst>
            </p:cNvPr>
            <p:cNvSpPr/>
            <p:nvPr/>
          </p:nvSpPr>
          <p:spPr>
            <a:xfrm>
              <a:off x="808080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17" name="Group 2216">
            <a:extLst>
              <a:ext uri="{FF2B5EF4-FFF2-40B4-BE49-F238E27FC236}">
                <a16:creationId xmlns:a16="http://schemas.microsoft.com/office/drawing/2014/main" id="{7A2044FF-FE44-EA88-47EC-87CDEF73421E}"/>
              </a:ext>
            </a:extLst>
          </p:cNvPr>
          <p:cNvGrpSpPr/>
          <p:nvPr/>
        </p:nvGrpSpPr>
        <p:grpSpPr>
          <a:xfrm>
            <a:off x="4449963" y="2807563"/>
            <a:ext cx="442517" cy="524738"/>
            <a:chOff x="8547609" y="3634307"/>
            <a:chExt cx="813884" cy="965106"/>
          </a:xfrm>
        </p:grpSpPr>
        <p:sp>
          <p:nvSpPr>
            <p:cNvPr id="2219" name="Oval 2218">
              <a:extLst>
                <a:ext uri="{FF2B5EF4-FFF2-40B4-BE49-F238E27FC236}">
                  <a16:creationId xmlns:a16="http://schemas.microsoft.com/office/drawing/2014/main" id="{B767F5DC-547B-6963-66F0-9D74E52A31E6}"/>
                </a:ext>
              </a:extLst>
            </p:cNvPr>
            <p:cNvSpPr/>
            <p:nvPr/>
          </p:nvSpPr>
          <p:spPr>
            <a:xfrm>
              <a:off x="8547609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1" name="Oval 2220">
              <a:extLst>
                <a:ext uri="{FF2B5EF4-FFF2-40B4-BE49-F238E27FC236}">
                  <a16:creationId xmlns:a16="http://schemas.microsoft.com/office/drawing/2014/main" id="{35B6F9AD-DBA6-3165-D206-B72ADFAA739A}"/>
                </a:ext>
              </a:extLst>
            </p:cNvPr>
            <p:cNvSpPr/>
            <p:nvPr/>
          </p:nvSpPr>
          <p:spPr>
            <a:xfrm>
              <a:off x="8669121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2" name="Oval 2221">
              <a:extLst>
                <a:ext uri="{FF2B5EF4-FFF2-40B4-BE49-F238E27FC236}">
                  <a16:creationId xmlns:a16="http://schemas.microsoft.com/office/drawing/2014/main" id="{AD03A492-AAD7-ABB1-B3F3-5D298FFD8C5E}"/>
                </a:ext>
              </a:extLst>
            </p:cNvPr>
            <p:cNvSpPr/>
            <p:nvPr/>
          </p:nvSpPr>
          <p:spPr>
            <a:xfrm>
              <a:off x="8816051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3" name="Oval 2222">
              <a:extLst>
                <a:ext uri="{FF2B5EF4-FFF2-40B4-BE49-F238E27FC236}">
                  <a16:creationId xmlns:a16="http://schemas.microsoft.com/office/drawing/2014/main" id="{6436A72E-9F0F-792F-5D60-4F76523FBD21}"/>
                </a:ext>
              </a:extLst>
            </p:cNvPr>
            <p:cNvSpPr/>
            <p:nvPr/>
          </p:nvSpPr>
          <p:spPr>
            <a:xfrm>
              <a:off x="8962982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4" name="Oval 2223">
              <a:extLst>
                <a:ext uri="{FF2B5EF4-FFF2-40B4-BE49-F238E27FC236}">
                  <a16:creationId xmlns:a16="http://schemas.microsoft.com/office/drawing/2014/main" id="{D6E1D3FD-4699-6B1C-38C2-F33AFADDE468}"/>
                </a:ext>
              </a:extLst>
            </p:cNvPr>
            <p:cNvSpPr/>
            <p:nvPr/>
          </p:nvSpPr>
          <p:spPr>
            <a:xfrm>
              <a:off x="9262421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5" name="Oval 2224">
              <a:extLst>
                <a:ext uri="{FF2B5EF4-FFF2-40B4-BE49-F238E27FC236}">
                  <a16:creationId xmlns:a16="http://schemas.microsoft.com/office/drawing/2014/main" id="{044B8581-FBBF-5DDD-ABCA-29B32FC6F99C}"/>
                </a:ext>
              </a:extLst>
            </p:cNvPr>
            <p:cNvSpPr/>
            <p:nvPr/>
          </p:nvSpPr>
          <p:spPr>
            <a:xfrm>
              <a:off x="9237003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6" name="Oval 2225">
              <a:extLst>
                <a:ext uri="{FF2B5EF4-FFF2-40B4-BE49-F238E27FC236}">
                  <a16:creationId xmlns:a16="http://schemas.microsoft.com/office/drawing/2014/main" id="{A8C5D68C-89F8-88B7-ED77-617E4F1C5DFF}"/>
                </a:ext>
              </a:extLst>
            </p:cNvPr>
            <p:cNvSpPr/>
            <p:nvPr/>
          </p:nvSpPr>
          <p:spPr>
            <a:xfrm>
              <a:off x="9211584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7" name="Oval 2226">
              <a:extLst>
                <a:ext uri="{FF2B5EF4-FFF2-40B4-BE49-F238E27FC236}">
                  <a16:creationId xmlns:a16="http://schemas.microsoft.com/office/drawing/2014/main" id="{8724DFED-45A1-789B-1F4E-2B8CC528A203}"/>
                </a:ext>
              </a:extLst>
            </p:cNvPr>
            <p:cNvSpPr/>
            <p:nvPr/>
          </p:nvSpPr>
          <p:spPr>
            <a:xfrm>
              <a:off x="9186166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8" name="Oval 2227">
              <a:extLst>
                <a:ext uri="{FF2B5EF4-FFF2-40B4-BE49-F238E27FC236}">
                  <a16:creationId xmlns:a16="http://schemas.microsoft.com/office/drawing/2014/main" id="{E0786021-55BD-66FD-C926-36187EC79374}"/>
                </a:ext>
              </a:extLst>
            </p:cNvPr>
            <p:cNvSpPr/>
            <p:nvPr/>
          </p:nvSpPr>
          <p:spPr>
            <a:xfrm>
              <a:off x="9160748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29" name="Oval 2228">
              <a:extLst>
                <a:ext uri="{FF2B5EF4-FFF2-40B4-BE49-F238E27FC236}">
                  <a16:creationId xmlns:a16="http://schemas.microsoft.com/office/drawing/2014/main" id="{568EFD1C-B602-FB12-60E8-88B482522F02}"/>
                </a:ext>
              </a:extLst>
            </p:cNvPr>
            <p:cNvSpPr/>
            <p:nvPr/>
          </p:nvSpPr>
          <p:spPr>
            <a:xfrm>
              <a:off x="9135329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30" name="Group 2229">
            <a:extLst>
              <a:ext uri="{FF2B5EF4-FFF2-40B4-BE49-F238E27FC236}">
                <a16:creationId xmlns:a16="http://schemas.microsoft.com/office/drawing/2014/main" id="{7EAC12FC-1EF9-FCBD-46A1-5F473CA44108}"/>
              </a:ext>
            </a:extLst>
          </p:cNvPr>
          <p:cNvGrpSpPr/>
          <p:nvPr/>
        </p:nvGrpSpPr>
        <p:grpSpPr>
          <a:xfrm>
            <a:off x="5030685" y="2807563"/>
            <a:ext cx="456337" cy="524738"/>
            <a:chOff x="9551300" y="3634307"/>
            <a:chExt cx="839302" cy="965106"/>
          </a:xfrm>
        </p:grpSpPr>
        <p:sp>
          <p:nvSpPr>
            <p:cNvPr id="2231" name="Oval 2230">
              <a:extLst>
                <a:ext uri="{FF2B5EF4-FFF2-40B4-BE49-F238E27FC236}">
                  <a16:creationId xmlns:a16="http://schemas.microsoft.com/office/drawing/2014/main" id="{82649251-F90B-DCE6-4347-E5CC77C8B61D}"/>
                </a:ext>
              </a:extLst>
            </p:cNvPr>
            <p:cNvSpPr/>
            <p:nvPr/>
          </p:nvSpPr>
          <p:spPr>
            <a:xfrm>
              <a:off x="970381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2" name="Oval 2231">
              <a:extLst>
                <a:ext uri="{FF2B5EF4-FFF2-40B4-BE49-F238E27FC236}">
                  <a16:creationId xmlns:a16="http://schemas.microsoft.com/office/drawing/2014/main" id="{9874A637-B8DB-BEBD-141D-DE53E018611B}"/>
                </a:ext>
              </a:extLst>
            </p:cNvPr>
            <p:cNvSpPr/>
            <p:nvPr/>
          </p:nvSpPr>
          <p:spPr>
            <a:xfrm>
              <a:off x="9678392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3" name="Oval 2232">
              <a:extLst>
                <a:ext uri="{FF2B5EF4-FFF2-40B4-BE49-F238E27FC236}">
                  <a16:creationId xmlns:a16="http://schemas.microsoft.com/office/drawing/2014/main" id="{6BBDB0F7-905D-5A9C-9C56-4E7BAC728BDB}"/>
                </a:ext>
              </a:extLst>
            </p:cNvPr>
            <p:cNvSpPr/>
            <p:nvPr/>
          </p:nvSpPr>
          <p:spPr>
            <a:xfrm>
              <a:off x="9652973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4" name="Oval 2233">
              <a:extLst>
                <a:ext uri="{FF2B5EF4-FFF2-40B4-BE49-F238E27FC236}">
                  <a16:creationId xmlns:a16="http://schemas.microsoft.com/office/drawing/2014/main" id="{B65E909F-500F-C5AC-0309-6A171272E9B8}"/>
                </a:ext>
              </a:extLst>
            </p:cNvPr>
            <p:cNvSpPr/>
            <p:nvPr/>
          </p:nvSpPr>
          <p:spPr>
            <a:xfrm>
              <a:off x="962755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5" name="Oval 2234">
              <a:extLst>
                <a:ext uri="{FF2B5EF4-FFF2-40B4-BE49-F238E27FC236}">
                  <a16:creationId xmlns:a16="http://schemas.microsoft.com/office/drawing/2014/main" id="{616A53B7-D8F4-1574-83C0-B7F74A818657}"/>
                </a:ext>
              </a:extLst>
            </p:cNvPr>
            <p:cNvSpPr/>
            <p:nvPr/>
          </p:nvSpPr>
          <p:spPr>
            <a:xfrm>
              <a:off x="9602136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6" name="Oval 2235">
              <a:extLst>
                <a:ext uri="{FF2B5EF4-FFF2-40B4-BE49-F238E27FC236}">
                  <a16:creationId xmlns:a16="http://schemas.microsoft.com/office/drawing/2014/main" id="{0BA4041A-4F7A-78BA-0A83-B68E88833147}"/>
                </a:ext>
              </a:extLst>
            </p:cNvPr>
            <p:cNvSpPr/>
            <p:nvPr/>
          </p:nvSpPr>
          <p:spPr>
            <a:xfrm>
              <a:off x="9576718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7" name="Oval 2236">
              <a:extLst>
                <a:ext uri="{FF2B5EF4-FFF2-40B4-BE49-F238E27FC236}">
                  <a16:creationId xmlns:a16="http://schemas.microsoft.com/office/drawing/2014/main" id="{6122B5ED-FD59-52D1-E3B8-A65D14EF3912}"/>
                </a:ext>
              </a:extLst>
            </p:cNvPr>
            <p:cNvSpPr/>
            <p:nvPr/>
          </p:nvSpPr>
          <p:spPr>
            <a:xfrm>
              <a:off x="955130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8" name="Oval 2237">
              <a:extLst>
                <a:ext uri="{FF2B5EF4-FFF2-40B4-BE49-F238E27FC236}">
                  <a16:creationId xmlns:a16="http://schemas.microsoft.com/office/drawing/2014/main" id="{AC744F0E-BB9D-CE2D-F7EF-7F9AEAF4D824}"/>
                </a:ext>
              </a:extLst>
            </p:cNvPr>
            <p:cNvSpPr/>
            <p:nvPr/>
          </p:nvSpPr>
          <p:spPr>
            <a:xfrm>
              <a:off x="977448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9" name="Oval 2238">
              <a:extLst>
                <a:ext uri="{FF2B5EF4-FFF2-40B4-BE49-F238E27FC236}">
                  <a16:creationId xmlns:a16="http://schemas.microsoft.com/office/drawing/2014/main" id="{31FC3867-B6E0-028E-A51D-8B41CC0F7D52}"/>
                </a:ext>
              </a:extLst>
            </p:cNvPr>
            <p:cNvSpPr/>
            <p:nvPr/>
          </p:nvSpPr>
          <p:spPr>
            <a:xfrm>
              <a:off x="9946834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0" name="Oval 2239">
              <a:extLst>
                <a:ext uri="{FF2B5EF4-FFF2-40B4-BE49-F238E27FC236}">
                  <a16:creationId xmlns:a16="http://schemas.microsoft.com/office/drawing/2014/main" id="{B29D3A80-483A-2AFE-8FA0-4B2F7CB960C3}"/>
                </a:ext>
              </a:extLst>
            </p:cNvPr>
            <p:cNvSpPr/>
            <p:nvPr/>
          </p:nvSpPr>
          <p:spPr>
            <a:xfrm>
              <a:off x="9895997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1" name="Oval 2240">
              <a:extLst>
                <a:ext uri="{FF2B5EF4-FFF2-40B4-BE49-F238E27FC236}">
                  <a16:creationId xmlns:a16="http://schemas.microsoft.com/office/drawing/2014/main" id="{C7E93292-607A-A52B-D6FE-851CCA60D7B3}"/>
                </a:ext>
              </a:extLst>
            </p:cNvPr>
            <p:cNvSpPr/>
            <p:nvPr/>
          </p:nvSpPr>
          <p:spPr>
            <a:xfrm>
              <a:off x="10119183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2" name="Oval 2241">
              <a:extLst>
                <a:ext uri="{FF2B5EF4-FFF2-40B4-BE49-F238E27FC236}">
                  <a16:creationId xmlns:a16="http://schemas.microsoft.com/office/drawing/2014/main" id="{91900A3F-1C90-FACE-F94D-7337CF0393AF}"/>
                </a:ext>
              </a:extLst>
            </p:cNvPr>
            <p:cNvSpPr/>
            <p:nvPr/>
          </p:nvSpPr>
          <p:spPr>
            <a:xfrm>
              <a:off x="10017509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3" name="Oval 2242">
              <a:extLst>
                <a:ext uri="{FF2B5EF4-FFF2-40B4-BE49-F238E27FC236}">
                  <a16:creationId xmlns:a16="http://schemas.microsoft.com/office/drawing/2014/main" id="{F7615E23-1ED4-EAE4-9B39-5F75B5866C5B}"/>
                </a:ext>
              </a:extLst>
            </p:cNvPr>
            <p:cNvSpPr/>
            <p:nvPr/>
          </p:nvSpPr>
          <p:spPr>
            <a:xfrm>
              <a:off x="10291530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4" name="Oval 2243">
              <a:extLst>
                <a:ext uri="{FF2B5EF4-FFF2-40B4-BE49-F238E27FC236}">
                  <a16:creationId xmlns:a16="http://schemas.microsoft.com/office/drawing/2014/main" id="{49D876E8-4630-A7D9-AD03-426C6AD957DF}"/>
                </a:ext>
              </a:extLst>
            </p:cNvPr>
            <p:cNvSpPr/>
            <p:nvPr/>
          </p:nvSpPr>
          <p:spPr>
            <a:xfrm>
              <a:off x="1013902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45" name="Group 2244">
            <a:extLst>
              <a:ext uri="{FF2B5EF4-FFF2-40B4-BE49-F238E27FC236}">
                <a16:creationId xmlns:a16="http://schemas.microsoft.com/office/drawing/2014/main" id="{8BCFAAEF-B6BD-0900-8823-652A9F49F3AA}"/>
              </a:ext>
            </a:extLst>
          </p:cNvPr>
          <p:cNvGrpSpPr/>
          <p:nvPr/>
        </p:nvGrpSpPr>
        <p:grpSpPr>
          <a:xfrm>
            <a:off x="5625227" y="2807563"/>
            <a:ext cx="373416" cy="524738"/>
            <a:chOff x="10580409" y="3634307"/>
            <a:chExt cx="686792" cy="965106"/>
          </a:xfrm>
        </p:grpSpPr>
        <p:sp>
          <p:nvSpPr>
            <p:cNvPr id="2246" name="Oval 2245">
              <a:extLst>
                <a:ext uri="{FF2B5EF4-FFF2-40B4-BE49-F238E27FC236}">
                  <a16:creationId xmlns:a16="http://schemas.microsoft.com/office/drawing/2014/main" id="{A535A91F-2C72-7A76-7D53-558D01B7575B}"/>
                </a:ext>
              </a:extLst>
            </p:cNvPr>
            <p:cNvSpPr/>
            <p:nvPr/>
          </p:nvSpPr>
          <p:spPr>
            <a:xfrm>
              <a:off x="10732919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7" name="Oval 2246">
              <a:extLst>
                <a:ext uri="{FF2B5EF4-FFF2-40B4-BE49-F238E27FC236}">
                  <a16:creationId xmlns:a16="http://schemas.microsoft.com/office/drawing/2014/main" id="{3C66C65D-9071-9427-4588-CADEF5FF1DC3}"/>
                </a:ext>
              </a:extLst>
            </p:cNvPr>
            <p:cNvSpPr/>
            <p:nvPr/>
          </p:nvSpPr>
          <p:spPr>
            <a:xfrm>
              <a:off x="1070750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8" name="Oval 2247">
              <a:extLst>
                <a:ext uri="{FF2B5EF4-FFF2-40B4-BE49-F238E27FC236}">
                  <a16:creationId xmlns:a16="http://schemas.microsoft.com/office/drawing/2014/main" id="{0F90975A-0F26-FF3A-4EB3-EC9EF126F467}"/>
                </a:ext>
              </a:extLst>
            </p:cNvPr>
            <p:cNvSpPr/>
            <p:nvPr/>
          </p:nvSpPr>
          <p:spPr>
            <a:xfrm>
              <a:off x="10682082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9" name="Oval 2248">
              <a:extLst>
                <a:ext uri="{FF2B5EF4-FFF2-40B4-BE49-F238E27FC236}">
                  <a16:creationId xmlns:a16="http://schemas.microsoft.com/office/drawing/2014/main" id="{EC101D30-20BD-576F-8E2B-0CE876EA219E}"/>
                </a:ext>
              </a:extLst>
            </p:cNvPr>
            <p:cNvSpPr/>
            <p:nvPr/>
          </p:nvSpPr>
          <p:spPr>
            <a:xfrm>
              <a:off x="10656664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0" name="Oval 2249">
              <a:extLst>
                <a:ext uri="{FF2B5EF4-FFF2-40B4-BE49-F238E27FC236}">
                  <a16:creationId xmlns:a16="http://schemas.microsoft.com/office/drawing/2014/main" id="{08C42502-A388-7BED-D778-DC409B186DC5}"/>
                </a:ext>
              </a:extLst>
            </p:cNvPr>
            <p:cNvSpPr/>
            <p:nvPr/>
          </p:nvSpPr>
          <p:spPr>
            <a:xfrm>
              <a:off x="10631245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1" name="Oval 2250">
              <a:extLst>
                <a:ext uri="{FF2B5EF4-FFF2-40B4-BE49-F238E27FC236}">
                  <a16:creationId xmlns:a16="http://schemas.microsoft.com/office/drawing/2014/main" id="{52C4A424-2F84-4A83-4ADB-5B9F9A5976D6}"/>
                </a:ext>
              </a:extLst>
            </p:cNvPr>
            <p:cNvSpPr/>
            <p:nvPr/>
          </p:nvSpPr>
          <p:spPr>
            <a:xfrm>
              <a:off x="10605827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2" name="Oval 2251">
              <a:extLst>
                <a:ext uri="{FF2B5EF4-FFF2-40B4-BE49-F238E27FC236}">
                  <a16:creationId xmlns:a16="http://schemas.microsoft.com/office/drawing/2014/main" id="{FC5929F8-6026-E54A-1855-E5FE60CC8A5A}"/>
                </a:ext>
              </a:extLst>
            </p:cNvPr>
            <p:cNvSpPr/>
            <p:nvPr/>
          </p:nvSpPr>
          <p:spPr>
            <a:xfrm>
              <a:off x="1058040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3" name="Oval 2252">
              <a:extLst>
                <a:ext uri="{FF2B5EF4-FFF2-40B4-BE49-F238E27FC236}">
                  <a16:creationId xmlns:a16="http://schemas.microsoft.com/office/drawing/2014/main" id="{1AD8EC24-F712-0140-4144-A106EBD95385}"/>
                </a:ext>
              </a:extLst>
            </p:cNvPr>
            <p:cNvSpPr/>
            <p:nvPr/>
          </p:nvSpPr>
          <p:spPr>
            <a:xfrm>
              <a:off x="1072733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4" name="Oval 2253">
              <a:extLst>
                <a:ext uri="{FF2B5EF4-FFF2-40B4-BE49-F238E27FC236}">
                  <a16:creationId xmlns:a16="http://schemas.microsoft.com/office/drawing/2014/main" id="{FAB22956-DD00-C061-78DD-534745A5BC1F}"/>
                </a:ext>
              </a:extLst>
            </p:cNvPr>
            <p:cNvSpPr/>
            <p:nvPr/>
          </p:nvSpPr>
          <p:spPr>
            <a:xfrm>
              <a:off x="1087426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5" name="Oval 2254">
              <a:extLst>
                <a:ext uri="{FF2B5EF4-FFF2-40B4-BE49-F238E27FC236}">
                  <a16:creationId xmlns:a16="http://schemas.microsoft.com/office/drawing/2014/main" id="{0B47B38A-28F0-0915-0ECF-651EEE236111}"/>
                </a:ext>
              </a:extLst>
            </p:cNvPr>
            <p:cNvSpPr/>
            <p:nvPr/>
          </p:nvSpPr>
          <p:spPr>
            <a:xfrm>
              <a:off x="1102119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6" name="Oval 2255">
              <a:extLst>
                <a:ext uri="{FF2B5EF4-FFF2-40B4-BE49-F238E27FC236}">
                  <a16:creationId xmlns:a16="http://schemas.microsoft.com/office/drawing/2014/main" id="{9E44DB8C-DC03-2C02-0B0F-515EB4790B6E}"/>
                </a:ext>
              </a:extLst>
            </p:cNvPr>
            <p:cNvSpPr/>
            <p:nvPr/>
          </p:nvSpPr>
          <p:spPr>
            <a:xfrm>
              <a:off x="11168129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57" name="Group 2256">
            <a:extLst>
              <a:ext uri="{FF2B5EF4-FFF2-40B4-BE49-F238E27FC236}">
                <a16:creationId xmlns:a16="http://schemas.microsoft.com/office/drawing/2014/main" id="{B1520CEE-BFF6-FBEB-4166-53EACF158D4B}"/>
              </a:ext>
            </a:extLst>
          </p:cNvPr>
          <p:cNvGrpSpPr/>
          <p:nvPr/>
        </p:nvGrpSpPr>
        <p:grpSpPr>
          <a:xfrm>
            <a:off x="6136848" y="2807563"/>
            <a:ext cx="456338" cy="524738"/>
            <a:chOff x="11609517" y="3634307"/>
            <a:chExt cx="839303" cy="965106"/>
          </a:xfrm>
        </p:grpSpPr>
        <p:sp>
          <p:nvSpPr>
            <p:cNvPr id="2258" name="Oval 2257">
              <a:extLst>
                <a:ext uri="{FF2B5EF4-FFF2-40B4-BE49-F238E27FC236}">
                  <a16:creationId xmlns:a16="http://schemas.microsoft.com/office/drawing/2014/main" id="{8075B118-33F0-6725-4E28-AFEFF1186AA8}"/>
                </a:ext>
              </a:extLst>
            </p:cNvPr>
            <p:cNvSpPr/>
            <p:nvPr/>
          </p:nvSpPr>
          <p:spPr>
            <a:xfrm>
              <a:off x="1176202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59" name="Oval 2258">
              <a:extLst>
                <a:ext uri="{FF2B5EF4-FFF2-40B4-BE49-F238E27FC236}">
                  <a16:creationId xmlns:a16="http://schemas.microsoft.com/office/drawing/2014/main" id="{1B480484-8A7A-8DE3-7F63-ECB77D55E006}"/>
                </a:ext>
              </a:extLst>
            </p:cNvPr>
            <p:cNvSpPr/>
            <p:nvPr/>
          </p:nvSpPr>
          <p:spPr>
            <a:xfrm>
              <a:off x="11736610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0" name="Oval 2259">
              <a:extLst>
                <a:ext uri="{FF2B5EF4-FFF2-40B4-BE49-F238E27FC236}">
                  <a16:creationId xmlns:a16="http://schemas.microsoft.com/office/drawing/2014/main" id="{E26BF37B-722B-8466-8497-4F494F4C7972}"/>
                </a:ext>
              </a:extLst>
            </p:cNvPr>
            <p:cNvSpPr/>
            <p:nvPr/>
          </p:nvSpPr>
          <p:spPr>
            <a:xfrm>
              <a:off x="1171119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1" name="Oval 2260">
              <a:extLst>
                <a:ext uri="{FF2B5EF4-FFF2-40B4-BE49-F238E27FC236}">
                  <a16:creationId xmlns:a16="http://schemas.microsoft.com/office/drawing/2014/main" id="{A837E5B5-F757-075A-6E17-73D4E87C35F9}"/>
                </a:ext>
              </a:extLst>
            </p:cNvPr>
            <p:cNvSpPr/>
            <p:nvPr/>
          </p:nvSpPr>
          <p:spPr>
            <a:xfrm>
              <a:off x="11685773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2" name="Oval 2261">
              <a:extLst>
                <a:ext uri="{FF2B5EF4-FFF2-40B4-BE49-F238E27FC236}">
                  <a16:creationId xmlns:a16="http://schemas.microsoft.com/office/drawing/2014/main" id="{A5D722B6-60D7-AAD4-6F78-90B27DB57C2D}"/>
                </a:ext>
              </a:extLst>
            </p:cNvPr>
            <p:cNvSpPr/>
            <p:nvPr/>
          </p:nvSpPr>
          <p:spPr>
            <a:xfrm>
              <a:off x="1166035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3" name="Oval 2262">
              <a:extLst>
                <a:ext uri="{FF2B5EF4-FFF2-40B4-BE49-F238E27FC236}">
                  <a16:creationId xmlns:a16="http://schemas.microsoft.com/office/drawing/2014/main" id="{DA4A67AE-9075-D5C6-CFE4-B2438BB3382A}"/>
                </a:ext>
              </a:extLst>
            </p:cNvPr>
            <p:cNvSpPr/>
            <p:nvPr/>
          </p:nvSpPr>
          <p:spPr>
            <a:xfrm>
              <a:off x="11634936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4" name="Oval 2263">
              <a:extLst>
                <a:ext uri="{FF2B5EF4-FFF2-40B4-BE49-F238E27FC236}">
                  <a16:creationId xmlns:a16="http://schemas.microsoft.com/office/drawing/2014/main" id="{856284FF-1A66-E094-A0B4-90FAC7C2C792}"/>
                </a:ext>
              </a:extLst>
            </p:cNvPr>
            <p:cNvSpPr/>
            <p:nvPr/>
          </p:nvSpPr>
          <p:spPr>
            <a:xfrm>
              <a:off x="11609517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5" name="Oval 2264">
              <a:extLst>
                <a:ext uri="{FF2B5EF4-FFF2-40B4-BE49-F238E27FC236}">
                  <a16:creationId xmlns:a16="http://schemas.microsoft.com/office/drawing/2014/main" id="{2D05FAFF-CF4A-C596-0AFF-3FB5FE1E7533}"/>
                </a:ext>
              </a:extLst>
            </p:cNvPr>
            <p:cNvSpPr/>
            <p:nvPr/>
          </p:nvSpPr>
          <p:spPr>
            <a:xfrm>
              <a:off x="11883540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6" name="Oval 2265">
              <a:extLst>
                <a:ext uri="{FF2B5EF4-FFF2-40B4-BE49-F238E27FC236}">
                  <a16:creationId xmlns:a16="http://schemas.microsoft.com/office/drawing/2014/main" id="{47BF3B6D-9E2D-8373-9D45-CE731B37FEDE}"/>
                </a:ext>
              </a:extLst>
            </p:cNvPr>
            <p:cNvSpPr/>
            <p:nvPr/>
          </p:nvSpPr>
          <p:spPr>
            <a:xfrm>
              <a:off x="12005052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7" name="Oval 2266">
              <a:extLst>
                <a:ext uri="{FF2B5EF4-FFF2-40B4-BE49-F238E27FC236}">
                  <a16:creationId xmlns:a16="http://schemas.microsoft.com/office/drawing/2014/main" id="{02699284-D001-58E8-B861-5C1B90FE2F8C}"/>
                </a:ext>
              </a:extLst>
            </p:cNvPr>
            <p:cNvSpPr/>
            <p:nvPr/>
          </p:nvSpPr>
          <p:spPr>
            <a:xfrm>
              <a:off x="12177401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8" name="Oval 2267">
              <a:extLst>
                <a:ext uri="{FF2B5EF4-FFF2-40B4-BE49-F238E27FC236}">
                  <a16:creationId xmlns:a16="http://schemas.microsoft.com/office/drawing/2014/main" id="{C12A31E2-5B34-5BC1-15D3-99CB21379A3B}"/>
                </a:ext>
              </a:extLst>
            </p:cNvPr>
            <p:cNvSpPr/>
            <p:nvPr/>
          </p:nvSpPr>
          <p:spPr>
            <a:xfrm>
              <a:off x="12349748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69" name="Oval 2268">
              <a:extLst>
                <a:ext uri="{FF2B5EF4-FFF2-40B4-BE49-F238E27FC236}">
                  <a16:creationId xmlns:a16="http://schemas.microsoft.com/office/drawing/2014/main" id="{15195AB3-2AA3-0BED-9541-48E15CF53AFA}"/>
                </a:ext>
              </a:extLst>
            </p:cNvPr>
            <p:cNvSpPr/>
            <p:nvPr/>
          </p:nvSpPr>
          <p:spPr>
            <a:xfrm>
              <a:off x="12324330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0" name="Oval 2269">
              <a:extLst>
                <a:ext uri="{FF2B5EF4-FFF2-40B4-BE49-F238E27FC236}">
                  <a16:creationId xmlns:a16="http://schemas.microsoft.com/office/drawing/2014/main" id="{A2D08B0E-16CB-5C7E-1DE4-AAC857739579}"/>
                </a:ext>
              </a:extLst>
            </p:cNvPr>
            <p:cNvSpPr/>
            <p:nvPr/>
          </p:nvSpPr>
          <p:spPr>
            <a:xfrm>
              <a:off x="12298911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1" name="Oval 2270">
              <a:extLst>
                <a:ext uri="{FF2B5EF4-FFF2-40B4-BE49-F238E27FC236}">
                  <a16:creationId xmlns:a16="http://schemas.microsoft.com/office/drawing/2014/main" id="{2CC24444-3867-6B8A-1BEA-D03F63C8C3C8}"/>
                </a:ext>
              </a:extLst>
            </p:cNvPr>
            <p:cNvSpPr/>
            <p:nvPr/>
          </p:nvSpPr>
          <p:spPr>
            <a:xfrm>
              <a:off x="12273493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2" name="Oval 2271">
              <a:extLst>
                <a:ext uri="{FF2B5EF4-FFF2-40B4-BE49-F238E27FC236}">
                  <a16:creationId xmlns:a16="http://schemas.microsoft.com/office/drawing/2014/main" id="{E062116F-58EC-A1A6-A328-4447640CB58C}"/>
                </a:ext>
              </a:extLst>
            </p:cNvPr>
            <p:cNvSpPr/>
            <p:nvPr/>
          </p:nvSpPr>
          <p:spPr>
            <a:xfrm>
              <a:off x="12248074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3" name="Oval 2272">
              <a:extLst>
                <a:ext uri="{FF2B5EF4-FFF2-40B4-BE49-F238E27FC236}">
                  <a16:creationId xmlns:a16="http://schemas.microsoft.com/office/drawing/2014/main" id="{59230A7C-1B9C-62E3-B823-C15E24C0AE8A}"/>
                </a:ext>
              </a:extLst>
            </p:cNvPr>
            <p:cNvSpPr/>
            <p:nvPr/>
          </p:nvSpPr>
          <p:spPr>
            <a:xfrm>
              <a:off x="12222656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4" name="Oval 2273">
              <a:extLst>
                <a:ext uri="{FF2B5EF4-FFF2-40B4-BE49-F238E27FC236}">
                  <a16:creationId xmlns:a16="http://schemas.microsoft.com/office/drawing/2014/main" id="{2EA8BB28-7E9A-4543-FD02-C615B2DF1EC8}"/>
                </a:ext>
              </a:extLst>
            </p:cNvPr>
            <p:cNvSpPr/>
            <p:nvPr/>
          </p:nvSpPr>
          <p:spPr>
            <a:xfrm>
              <a:off x="12197238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75" name="Group 2274">
            <a:extLst>
              <a:ext uri="{FF2B5EF4-FFF2-40B4-BE49-F238E27FC236}">
                <a16:creationId xmlns:a16="http://schemas.microsoft.com/office/drawing/2014/main" id="{1C181999-B588-C2CC-FE61-9200B818288D}"/>
              </a:ext>
            </a:extLst>
          </p:cNvPr>
          <p:cNvGrpSpPr/>
          <p:nvPr/>
        </p:nvGrpSpPr>
        <p:grpSpPr>
          <a:xfrm>
            <a:off x="3855421" y="2054732"/>
            <a:ext cx="428697" cy="524738"/>
            <a:chOff x="-739790" y="3634307"/>
            <a:chExt cx="788466" cy="965106"/>
          </a:xfrm>
        </p:grpSpPr>
        <p:sp>
          <p:nvSpPr>
            <p:cNvPr id="2276" name="Oval 2275">
              <a:extLst>
                <a:ext uri="{FF2B5EF4-FFF2-40B4-BE49-F238E27FC236}">
                  <a16:creationId xmlns:a16="http://schemas.microsoft.com/office/drawing/2014/main" id="{FCC3A530-3E4F-6903-0878-2E5C3323180C}"/>
                </a:ext>
              </a:extLst>
            </p:cNvPr>
            <p:cNvSpPr/>
            <p:nvPr/>
          </p:nvSpPr>
          <p:spPr>
            <a:xfrm>
              <a:off x="-63811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7" name="Oval 2276">
              <a:extLst>
                <a:ext uri="{FF2B5EF4-FFF2-40B4-BE49-F238E27FC236}">
                  <a16:creationId xmlns:a16="http://schemas.microsoft.com/office/drawing/2014/main" id="{077C9983-412C-CF9D-3F27-F158313F1876}"/>
                </a:ext>
              </a:extLst>
            </p:cNvPr>
            <p:cNvSpPr/>
            <p:nvPr/>
          </p:nvSpPr>
          <p:spPr>
            <a:xfrm>
              <a:off x="-66353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8" name="Oval 2277">
              <a:extLst>
                <a:ext uri="{FF2B5EF4-FFF2-40B4-BE49-F238E27FC236}">
                  <a16:creationId xmlns:a16="http://schemas.microsoft.com/office/drawing/2014/main" id="{8E6972CB-615C-2DC5-969C-E3921C0AD770}"/>
                </a:ext>
              </a:extLst>
            </p:cNvPr>
            <p:cNvSpPr/>
            <p:nvPr/>
          </p:nvSpPr>
          <p:spPr>
            <a:xfrm>
              <a:off x="-68895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79" name="Oval 2278">
              <a:extLst>
                <a:ext uri="{FF2B5EF4-FFF2-40B4-BE49-F238E27FC236}">
                  <a16:creationId xmlns:a16="http://schemas.microsoft.com/office/drawing/2014/main" id="{848140BD-E821-8294-F331-0057173131CE}"/>
                </a:ext>
              </a:extLst>
            </p:cNvPr>
            <p:cNvSpPr/>
            <p:nvPr/>
          </p:nvSpPr>
          <p:spPr>
            <a:xfrm>
              <a:off x="-71437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0" name="Oval 2279">
              <a:extLst>
                <a:ext uri="{FF2B5EF4-FFF2-40B4-BE49-F238E27FC236}">
                  <a16:creationId xmlns:a16="http://schemas.microsoft.com/office/drawing/2014/main" id="{37816059-4179-7782-CC31-4D62CB0869C3}"/>
                </a:ext>
              </a:extLst>
            </p:cNvPr>
            <p:cNvSpPr/>
            <p:nvPr/>
          </p:nvSpPr>
          <p:spPr>
            <a:xfrm>
              <a:off x="-73979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1" name="Oval 2280">
              <a:extLst>
                <a:ext uri="{FF2B5EF4-FFF2-40B4-BE49-F238E27FC236}">
                  <a16:creationId xmlns:a16="http://schemas.microsoft.com/office/drawing/2014/main" id="{C22244A1-506D-1715-254B-DE7429C85B24}"/>
                </a:ext>
              </a:extLst>
            </p:cNvPr>
            <p:cNvSpPr/>
            <p:nvPr/>
          </p:nvSpPr>
          <p:spPr>
            <a:xfrm>
              <a:off x="-465767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2" name="Oval 2281">
              <a:extLst>
                <a:ext uri="{FF2B5EF4-FFF2-40B4-BE49-F238E27FC236}">
                  <a16:creationId xmlns:a16="http://schemas.microsoft.com/office/drawing/2014/main" id="{D925D643-333B-5078-FD01-7C8B2C3BB645}"/>
                </a:ext>
              </a:extLst>
            </p:cNvPr>
            <p:cNvSpPr/>
            <p:nvPr/>
          </p:nvSpPr>
          <p:spPr>
            <a:xfrm>
              <a:off x="-54202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3" name="Oval 2282">
              <a:extLst>
                <a:ext uri="{FF2B5EF4-FFF2-40B4-BE49-F238E27FC236}">
                  <a16:creationId xmlns:a16="http://schemas.microsoft.com/office/drawing/2014/main" id="{A20A9D37-CC8B-2A9F-D37A-F6452E4637DE}"/>
                </a:ext>
              </a:extLst>
            </p:cNvPr>
            <p:cNvSpPr/>
            <p:nvPr/>
          </p:nvSpPr>
          <p:spPr>
            <a:xfrm>
              <a:off x="-293419" y="36343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5" name="Oval 2284">
              <a:extLst>
                <a:ext uri="{FF2B5EF4-FFF2-40B4-BE49-F238E27FC236}">
                  <a16:creationId xmlns:a16="http://schemas.microsoft.com/office/drawing/2014/main" id="{CC5CEFF4-17D4-32C5-D6B5-9054F193EC68}"/>
                </a:ext>
              </a:extLst>
            </p:cNvPr>
            <p:cNvSpPr/>
            <p:nvPr/>
          </p:nvSpPr>
          <p:spPr>
            <a:xfrm>
              <a:off x="-39509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6" name="Oval 2285">
              <a:extLst>
                <a:ext uri="{FF2B5EF4-FFF2-40B4-BE49-F238E27FC236}">
                  <a16:creationId xmlns:a16="http://schemas.microsoft.com/office/drawing/2014/main" id="{7977F1D8-4584-C11A-B128-39757EB51791}"/>
                </a:ext>
              </a:extLst>
            </p:cNvPr>
            <p:cNvSpPr/>
            <p:nvPr/>
          </p:nvSpPr>
          <p:spPr>
            <a:xfrm>
              <a:off x="-171907" y="377847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7" name="Oval 2286">
              <a:extLst>
                <a:ext uri="{FF2B5EF4-FFF2-40B4-BE49-F238E27FC236}">
                  <a16:creationId xmlns:a16="http://schemas.microsoft.com/office/drawing/2014/main" id="{710A725D-9E1A-4FB9-A288-42DD76C546CE}"/>
                </a:ext>
              </a:extLst>
            </p:cNvPr>
            <p:cNvSpPr/>
            <p:nvPr/>
          </p:nvSpPr>
          <p:spPr>
            <a:xfrm>
              <a:off x="-248162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9" name="Oval 2288">
              <a:extLst>
                <a:ext uri="{FF2B5EF4-FFF2-40B4-BE49-F238E27FC236}">
                  <a16:creationId xmlns:a16="http://schemas.microsoft.com/office/drawing/2014/main" id="{E5D69652-3104-8975-4609-2D0B505D6CF5}"/>
                </a:ext>
              </a:extLst>
            </p:cNvPr>
            <p:cNvSpPr/>
            <p:nvPr/>
          </p:nvSpPr>
          <p:spPr>
            <a:xfrm>
              <a:off x="-50396" y="392264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0" name="Oval 2289">
              <a:extLst>
                <a:ext uri="{FF2B5EF4-FFF2-40B4-BE49-F238E27FC236}">
                  <a16:creationId xmlns:a16="http://schemas.microsoft.com/office/drawing/2014/main" id="{19B69394-69C9-0806-935C-04C7314D22D1}"/>
                </a:ext>
              </a:extLst>
            </p:cNvPr>
            <p:cNvSpPr/>
            <p:nvPr/>
          </p:nvSpPr>
          <p:spPr>
            <a:xfrm>
              <a:off x="-75815" y="406681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1" name="Oval 2290">
              <a:extLst>
                <a:ext uri="{FF2B5EF4-FFF2-40B4-BE49-F238E27FC236}">
                  <a16:creationId xmlns:a16="http://schemas.microsoft.com/office/drawing/2014/main" id="{1D7CA63B-4297-6BD4-C827-9AA3CECE3428}"/>
                </a:ext>
              </a:extLst>
            </p:cNvPr>
            <p:cNvSpPr/>
            <p:nvPr/>
          </p:nvSpPr>
          <p:spPr>
            <a:xfrm>
              <a:off x="-101233" y="421098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2" name="Oval 2291">
              <a:extLst>
                <a:ext uri="{FF2B5EF4-FFF2-40B4-BE49-F238E27FC236}">
                  <a16:creationId xmlns:a16="http://schemas.microsoft.com/office/drawing/2014/main" id="{DC1CC59A-5AD6-5797-5CB2-BA1B54FB4D3D}"/>
                </a:ext>
              </a:extLst>
            </p:cNvPr>
            <p:cNvSpPr/>
            <p:nvPr/>
          </p:nvSpPr>
          <p:spPr>
            <a:xfrm>
              <a:off x="-126651" y="435515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3" name="Oval 2292">
              <a:extLst>
                <a:ext uri="{FF2B5EF4-FFF2-40B4-BE49-F238E27FC236}">
                  <a16:creationId xmlns:a16="http://schemas.microsoft.com/office/drawing/2014/main" id="{493BB224-CFCD-3254-1F8C-6F3A04B3FEB3}"/>
                </a:ext>
              </a:extLst>
            </p:cNvPr>
            <p:cNvSpPr/>
            <p:nvPr/>
          </p:nvSpPr>
          <p:spPr>
            <a:xfrm>
              <a:off x="-152070" y="44993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94" name="Group 2293">
            <a:extLst>
              <a:ext uri="{FF2B5EF4-FFF2-40B4-BE49-F238E27FC236}">
                <a16:creationId xmlns:a16="http://schemas.microsoft.com/office/drawing/2014/main" id="{28C6D01C-6CA7-36BA-2B49-AE4FBD6DCB83}"/>
              </a:ext>
            </a:extLst>
          </p:cNvPr>
          <p:cNvGrpSpPr/>
          <p:nvPr/>
        </p:nvGrpSpPr>
        <p:grpSpPr>
          <a:xfrm>
            <a:off x="4415313" y="547514"/>
            <a:ext cx="428697" cy="524738"/>
            <a:chOff x="-778772" y="2077018"/>
            <a:chExt cx="788466" cy="965106"/>
          </a:xfrm>
        </p:grpSpPr>
        <p:sp>
          <p:nvSpPr>
            <p:cNvPr id="2295" name="Oval 2294">
              <a:extLst>
                <a:ext uri="{FF2B5EF4-FFF2-40B4-BE49-F238E27FC236}">
                  <a16:creationId xmlns:a16="http://schemas.microsoft.com/office/drawing/2014/main" id="{52184B12-30A7-1FDE-DBB4-7F6A26698032}"/>
                </a:ext>
              </a:extLst>
            </p:cNvPr>
            <p:cNvSpPr/>
            <p:nvPr/>
          </p:nvSpPr>
          <p:spPr>
            <a:xfrm>
              <a:off x="-677098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6" name="Oval 2295">
              <a:extLst>
                <a:ext uri="{FF2B5EF4-FFF2-40B4-BE49-F238E27FC236}">
                  <a16:creationId xmlns:a16="http://schemas.microsoft.com/office/drawing/2014/main" id="{2BA5F748-0B34-E1E4-6325-2C5A90619E86}"/>
                </a:ext>
              </a:extLst>
            </p:cNvPr>
            <p:cNvSpPr/>
            <p:nvPr/>
          </p:nvSpPr>
          <p:spPr>
            <a:xfrm>
              <a:off x="-702517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7" name="Oval 2296">
              <a:extLst>
                <a:ext uri="{FF2B5EF4-FFF2-40B4-BE49-F238E27FC236}">
                  <a16:creationId xmlns:a16="http://schemas.microsoft.com/office/drawing/2014/main" id="{D6AC2AEB-B1DE-007C-65EC-85CE56231576}"/>
                </a:ext>
              </a:extLst>
            </p:cNvPr>
            <p:cNvSpPr/>
            <p:nvPr/>
          </p:nvSpPr>
          <p:spPr>
            <a:xfrm>
              <a:off x="-753354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8" name="Oval 2297">
              <a:extLst>
                <a:ext uri="{FF2B5EF4-FFF2-40B4-BE49-F238E27FC236}">
                  <a16:creationId xmlns:a16="http://schemas.microsoft.com/office/drawing/2014/main" id="{D843145B-7FD3-3AA9-62EF-913A0D4391E0}"/>
                </a:ext>
              </a:extLst>
            </p:cNvPr>
            <p:cNvSpPr/>
            <p:nvPr/>
          </p:nvSpPr>
          <p:spPr>
            <a:xfrm>
              <a:off x="-778772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9" name="Oval 2298">
              <a:extLst>
                <a:ext uri="{FF2B5EF4-FFF2-40B4-BE49-F238E27FC236}">
                  <a16:creationId xmlns:a16="http://schemas.microsoft.com/office/drawing/2014/main" id="{E5415964-5884-6D38-BD33-79A8B5CFB716}"/>
                </a:ext>
              </a:extLst>
            </p:cNvPr>
            <p:cNvSpPr/>
            <p:nvPr/>
          </p:nvSpPr>
          <p:spPr>
            <a:xfrm>
              <a:off x="-50474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00" name="Oval 2299">
              <a:extLst>
                <a:ext uri="{FF2B5EF4-FFF2-40B4-BE49-F238E27FC236}">
                  <a16:creationId xmlns:a16="http://schemas.microsoft.com/office/drawing/2014/main" id="{3C6BB495-A7EF-8D68-742D-9C649E73EC5C}"/>
                </a:ext>
              </a:extLst>
            </p:cNvPr>
            <p:cNvSpPr/>
            <p:nvPr/>
          </p:nvSpPr>
          <p:spPr>
            <a:xfrm>
              <a:off x="-657260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01" name="Oval 2300">
              <a:extLst>
                <a:ext uri="{FF2B5EF4-FFF2-40B4-BE49-F238E27FC236}">
                  <a16:creationId xmlns:a16="http://schemas.microsoft.com/office/drawing/2014/main" id="{D1F8F10B-E90C-4F23-05E0-02DA76C10645}"/>
                </a:ext>
              </a:extLst>
            </p:cNvPr>
            <p:cNvSpPr/>
            <p:nvPr/>
          </p:nvSpPr>
          <p:spPr>
            <a:xfrm>
              <a:off x="-35781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02" name="Oval 2301">
              <a:extLst>
                <a:ext uri="{FF2B5EF4-FFF2-40B4-BE49-F238E27FC236}">
                  <a16:creationId xmlns:a16="http://schemas.microsoft.com/office/drawing/2014/main" id="{8764F7E5-3807-3698-89C6-E3ED7CBA170F}"/>
                </a:ext>
              </a:extLst>
            </p:cNvPr>
            <p:cNvSpPr/>
            <p:nvPr/>
          </p:nvSpPr>
          <p:spPr>
            <a:xfrm>
              <a:off x="-510330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03" name="Oval 2302">
              <a:extLst>
                <a:ext uri="{FF2B5EF4-FFF2-40B4-BE49-F238E27FC236}">
                  <a16:creationId xmlns:a16="http://schemas.microsoft.com/office/drawing/2014/main" id="{3A46B7BC-EFAB-E533-7E9D-A33B29CCC89A}"/>
                </a:ext>
              </a:extLst>
            </p:cNvPr>
            <p:cNvSpPr/>
            <p:nvPr/>
          </p:nvSpPr>
          <p:spPr>
            <a:xfrm>
              <a:off x="-21088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B88C1E21-4C89-22CF-58CC-AF7BE3868369}"/>
                </a:ext>
              </a:extLst>
            </p:cNvPr>
            <p:cNvSpPr/>
            <p:nvPr/>
          </p:nvSpPr>
          <p:spPr>
            <a:xfrm>
              <a:off x="-363399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638EADB3-6E32-0FAA-CE07-F230193DBA8B}"/>
                </a:ext>
              </a:extLst>
            </p:cNvPr>
            <p:cNvSpPr/>
            <p:nvPr/>
          </p:nvSpPr>
          <p:spPr>
            <a:xfrm>
              <a:off x="-89378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700FD1B5-9E77-BFCB-0E67-0F02566FE933}"/>
                </a:ext>
              </a:extLst>
            </p:cNvPr>
            <p:cNvSpPr/>
            <p:nvPr/>
          </p:nvSpPr>
          <p:spPr>
            <a:xfrm>
              <a:off x="-114797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9BE6C73C-46BA-0FFB-2BE8-596543001B37}"/>
                </a:ext>
              </a:extLst>
            </p:cNvPr>
            <p:cNvSpPr/>
            <p:nvPr/>
          </p:nvSpPr>
          <p:spPr>
            <a:xfrm>
              <a:off x="-165633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B00B2FB4-AE6D-A7AE-CCD0-DB73CE748749}"/>
                </a:ext>
              </a:extLst>
            </p:cNvPr>
            <p:cNvSpPr/>
            <p:nvPr/>
          </p:nvSpPr>
          <p:spPr>
            <a:xfrm>
              <a:off x="-191052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0962072-D245-9ED9-6C8E-E18035CE289F}"/>
              </a:ext>
            </a:extLst>
          </p:cNvPr>
          <p:cNvGrpSpPr/>
          <p:nvPr/>
        </p:nvGrpSpPr>
        <p:grpSpPr>
          <a:xfrm>
            <a:off x="5283497" y="547514"/>
            <a:ext cx="136788" cy="524738"/>
            <a:chOff x="818005" y="2077018"/>
            <a:chExt cx="251583" cy="965106"/>
          </a:xfrm>
        </p:grpSpPr>
        <p:sp>
          <p:nvSpPr>
            <p:cNvPr id="582" name="Oval 581">
              <a:extLst>
                <a:ext uri="{FF2B5EF4-FFF2-40B4-BE49-F238E27FC236}">
                  <a16:creationId xmlns:a16="http://schemas.microsoft.com/office/drawing/2014/main" id="{4EB2F578-9C35-C254-3B48-5F40D5F0CA32}"/>
                </a:ext>
              </a:extLst>
            </p:cNvPr>
            <p:cNvSpPr/>
            <p:nvPr/>
          </p:nvSpPr>
          <p:spPr>
            <a:xfrm>
              <a:off x="970516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0789B24A-C3F5-3C1D-D7AB-122BCE8054DC}"/>
                </a:ext>
              </a:extLst>
            </p:cNvPr>
            <p:cNvSpPr/>
            <p:nvPr/>
          </p:nvSpPr>
          <p:spPr>
            <a:xfrm>
              <a:off x="945097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B427A589-3542-8244-FEA9-34A413786EDB}"/>
                </a:ext>
              </a:extLst>
            </p:cNvPr>
            <p:cNvSpPr/>
            <p:nvPr/>
          </p:nvSpPr>
          <p:spPr>
            <a:xfrm>
              <a:off x="919679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DF0EEA30-8D9A-3568-1CCF-75BCDCB6F6E8}"/>
                </a:ext>
              </a:extLst>
            </p:cNvPr>
            <p:cNvSpPr/>
            <p:nvPr/>
          </p:nvSpPr>
          <p:spPr>
            <a:xfrm>
              <a:off x="868842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7F5BA56A-80BB-0966-003D-0258944BE21D}"/>
                </a:ext>
              </a:extLst>
            </p:cNvPr>
            <p:cNvSpPr/>
            <p:nvPr/>
          </p:nvSpPr>
          <p:spPr>
            <a:xfrm>
              <a:off x="843423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3" name="Oval 592">
              <a:extLst>
                <a:ext uri="{FF2B5EF4-FFF2-40B4-BE49-F238E27FC236}">
                  <a16:creationId xmlns:a16="http://schemas.microsoft.com/office/drawing/2014/main" id="{D5E25A69-1437-CB01-16E5-F0BDA50CD896}"/>
                </a:ext>
              </a:extLst>
            </p:cNvPr>
            <p:cNvSpPr/>
            <p:nvPr/>
          </p:nvSpPr>
          <p:spPr>
            <a:xfrm>
              <a:off x="818005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94" name="Group 593">
            <a:extLst>
              <a:ext uri="{FF2B5EF4-FFF2-40B4-BE49-F238E27FC236}">
                <a16:creationId xmlns:a16="http://schemas.microsoft.com/office/drawing/2014/main" id="{5643E074-B659-D7D6-2432-08912DF7C785}"/>
              </a:ext>
            </a:extLst>
          </p:cNvPr>
          <p:cNvGrpSpPr/>
          <p:nvPr/>
        </p:nvGrpSpPr>
        <p:grpSpPr>
          <a:xfrm>
            <a:off x="5626583" y="547514"/>
            <a:ext cx="428697" cy="524738"/>
            <a:chOff x="1290179" y="2077018"/>
            <a:chExt cx="788466" cy="965106"/>
          </a:xfrm>
        </p:grpSpPr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23EF2C65-46D6-5937-ADE8-0F2B7D385064}"/>
                </a:ext>
              </a:extLst>
            </p:cNvPr>
            <p:cNvSpPr/>
            <p:nvPr/>
          </p:nvSpPr>
          <p:spPr>
            <a:xfrm>
              <a:off x="1315597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69E044D4-4C68-D93A-814F-D75F521297AF}"/>
                </a:ext>
              </a:extLst>
            </p:cNvPr>
            <p:cNvSpPr/>
            <p:nvPr/>
          </p:nvSpPr>
          <p:spPr>
            <a:xfrm>
              <a:off x="1290179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B218D991-CCBE-A0DB-094C-89C1F8100969}"/>
                </a:ext>
              </a:extLst>
            </p:cNvPr>
            <p:cNvSpPr/>
            <p:nvPr/>
          </p:nvSpPr>
          <p:spPr>
            <a:xfrm>
              <a:off x="1564201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70A8E698-1561-7519-9FFF-68704F5C71C1}"/>
                </a:ext>
              </a:extLst>
            </p:cNvPr>
            <p:cNvSpPr/>
            <p:nvPr/>
          </p:nvSpPr>
          <p:spPr>
            <a:xfrm>
              <a:off x="1487946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226EE9EE-02E5-D1C2-D763-14B7543CE50C}"/>
                </a:ext>
              </a:extLst>
            </p:cNvPr>
            <p:cNvSpPr/>
            <p:nvPr/>
          </p:nvSpPr>
          <p:spPr>
            <a:xfrm>
              <a:off x="141169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B1A56066-BF7B-2187-CFC8-BA62DF5E92AC}"/>
                </a:ext>
              </a:extLst>
            </p:cNvPr>
            <p:cNvSpPr/>
            <p:nvPr/>
          </p:nvSpPr>
          <p:spPr>
            <a:xfrm>
              <a:off x="171113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31F66517-6AFF-11EE-AF95-2F97437BD717}"/>
                </a:ext>
              </a:extLst>
            </p:cNvPr>
            <p:cNvSpPr/>
            <p:nvPr/>
          </p:nvSpPr>
          <p:spPr>
            <a:xfrm>
              <a:off x="1634876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798B7F57-B26F-E009-48FD-FCDD3F3D4403}"/>
                </a:ext>
              </a:extLst>
            </p:cNvPr>
            <p:cNvSpPr/>
            <p:nvPr/>
          </p:nvSpPr>
          <p:spPr>
            <a:xfrm>
              <a:off x="155862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BF86CDF3-5621-4220-2333-93F2B7D3D92D}"/>
                </a:ext>
              </a:extLst>
            </p:cNvPr>
            <p:cNvSpPr/>
            <p:nvPr/>
          </p:nvSpPr>
          <p:spPr>
            <a:xfrm>
              <a:off x="185806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B166EABE-4679-7F31-206C-69A7C0152E0A}"/>
                </a:ext>
              </a:extLst>
            </p:cNvPr>
            <p:cNvSpPr/>
            <p:nvPr/>
          </p:nvSpPr>
          <p:spPr>
            <a:xfrm>
              <a:off x="178180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F989485D-A229-CC1B-726A-87BA4C22F1C1}"/>
                </a:ext>
              </a:extLst>
            </p:cNvPr>
            <p:cNvSpPr/>
            <p:nvPr/>
          </p:nvSpPr>
          <p:spPr>
            <a:xfrm>
              <a:off x="170555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6" name="Oval 615">
              <a:extLst>
                <a:ext uri="{FF2B5EF4-FFF2-40B4-BE49-F238E27FC236}">
                  <a16:creationId xmlns:a16="http://schemas.microsoft.com/office/drawing/2014/main" id="{6C7D4E1F-F6F0-375E-26F0-9A81BA9BD657}"/>
                </a:ext>
              </a:extLst>
            </p:cNvPr>
            <p:cNvSpPr/>
            <p:nvPr/>
          </p:nvSpPr>
          <p:spPr>
            <a:xfrm>
              <a:off x="1979573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D8D7CFAF-5811-849C-611E-200B44CCD454}"/>
                </a:ext>
              </a:extLst>
            </p:cNvPr>
            <p:cNvSpPr/>
            <p:nvPr/>
          </p:nvSpPr>
          <p:spPr>
            <a:xfrm>
              <a:off x="1954154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A6E050C3-F4A8-F76A-39D3-CE8E30471A16}"/>
              </a:ext>
            </a:extLst>
          </p:cNvPr>
          <p:cNvGrpSpPr/>
          <p:nvPr/>
        </p:nvGrpSpPr>
        <p:grpSpPr>
          <a:xfrm>
            <a:off x="6194145" y="547514"/>
            <a:ext cx="362630" cy="524738"/>
            <a:chOff x="2446166" y="2077018"/>
            <a:chExt cx="666954" cy="965106"/>
          </a:xfrm>
        </p:grpSpPr>
        <p:sp>
          <p:nvSpPr>
            <p:cNvPr id="619" name="Oval 618">
              <a:extLst>
                <a:ext uri="{FF2B5EF4-FFF2-40B4-BE49-F238E27FC236}">
                  <a16:creationId xmlns:a16="http://schemas.microsoft.com/office/drawing/2014/main" id="{B47C5DF8-FCE3-92BB-FE7F-5BABB23F3E8A}"/>
                </a:ext>
              </a:extLst>
            </p:cNvPr>
            <p:cNvSpPr/>
            <p:nvPr/>
          </p:nvSpPr>
          <p:spPr>
            <a:xfrm>
              <a:off x="259867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B942B5C8-9D7A-9D7E-51DF-EEF0C587A2A0}"/>
                </a:ext>
              </a:extLst>
            </p:cNvPr>
            <p:cNvSpPr/>
            <p:nvPr/>
          </p:nvSpPr>
          <p:spPr>
            <a:xfrm>
              <a:off x="2522421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AC32924C-D6A5-ED39-D784-34CFD985DD48}"/>
                </a:ext>
              </a:extLst>
            </p:cNvPr>
            <p:cNvSpPr/>
            <p:nvPr/>
          </p:nvSpPr>
          <p:spPr>
            <a:xfrm>
              <a:off x="2446166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B863AEA2-0D37-8E2C-7E20-FD8F4FF22EF3}"/>
                </a:ext>
              </a:extLst>
            </p:cNvPr>
            <p:cNvSpPr/>
            <p:nvPr/>
          </p:nvSpPr>
          <p:spPr>
            <a:xfrm>
              <a:off x="274560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28363AD4-5C06-866E-35A9-7079462F0C95}"/>
                </a:ext>
              </a:extLst>
            </p:cNvPr>
            <p:cNvSpPr/>
            <p:nvPr/>
          </p:nvSpPr>
          <p:spPr>
            <a:xfrm>
              <a:off x="266935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6" name="Oval 625">
              <a:extLst>
                <a:ext uri="{FF2B5EF4-FFF2-40B4-BE49-F238E27FC236}">
                  <a16:creationId xmlns:a16="http://schemas.microsoft.com/office/drawing/2014/main" id="{63638E82-1B09-0C24-3D5A-8242E5306E30}"/>
                </a:ext>
              </a:extLst>
            </p:cNvPr>
            <p:cNvSpPr/>
            <p:nvPr/>
          </p:nvSpPr>
          <p:spPr>
            <a:xfrm>
              <a:off x="2593096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32BADC1D-2BC4-2098-60D1-44C15AD16801}"/>
                </a:ext>
              </a:extLst>
            </p:cNvPr>
            <p:cNvSpPr/>
            <p:nvPr/>
          </p:nvSpPr>
          <p:spPr>
            <a:xfrm>
              <a:off x="289253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18CCB33A-5EDE-531A-262C-3AC0D1EC2CAC}"/>
                </a:ext>
              </a:extLst>
            </p:cNvPr>
            <p:cNvSpPr/>
            <p:nvPr/>
          </p:nvSpPr>
          <p:spPr>
            <a:xfrm>
              <a:off x="281628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9" name="Oval 628">
              <a:extLst>
                <a:ext uri="{FF2B5EF4-FFF2-40B4-BE49-F238E27FC236}">
                  <a16:creationId xmlns:a16="http://schemas.microsoft.com/office/drawing/2014/main" id="{A1B46F0D-E7D1-741A-6F05-CB25AD21C165}"/>
                </a:ext>
              </a:extLst>
            </p:cNvPr>
            <p:cNvSpPr/>
            <p:nvPr/>
          </p:nvSpPr>
          <p:spPr>
            <a:xfrm>
              <a:off x="274002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7B37D4E3-67BA-3B3C-E174-77BE03BA16AB}"/>
                </a:ext>
              </a:extLst>
            </p:cNvPr>
            <p:cNvSpPr/>
            <p:nvPr/>
          </p:nvSpPr>
          <p:spPr>
            <a:xfrm>
              <a:off x="3014048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87C43526-27ED-E6B2-D286-4E0EFCF0D174}"/>
                </a:ext>
              </a:extLst>
            </p:cNvPr>
            <p:cNvSpPr/>
            <p:nvPr/>
          </p:nvSpPr>
          <p:spPr>
            <a:xfrm>
              <a:off x="2988629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4" name="Oval 633">
              <a:extLst>
                <a:ext uri="{FF2B5EF4-FFF2-40B4-BE49-F238E27FC236}">
                  <a16:creationId xmlns:a16="http://schemas.microsoft.com/office/drawing/2014/main" id="{7B499B9B-7BC4-675E-62E2-C4D35C0683C1}"/>
                </a:ext>
              </a:extLst>
            </p:cNvPr>
            <p:cNvSpPr/>
            <p:nvPr/>
          </p:nvSpPr>
          <p:spPr>
            <a:xfrm>
              <a:off x="2937793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ED50998-1F4A-681D-A595-77DC661A1311}"/>
                </a:ext>
              </a:extLst>
            </p:cNvPr>
            <p:cNvSpPr/>
            <p:nvPr/>
          </p:nvSpPr>
          <p:spPr>
            <a:xfrm>
              <a:off x="2912374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062DFE57-C893-F838-B8E3-E065B5E5BE9B}"/>
              </a:ext>
            </a:extLst>
          </p:cNvPr>
          <p:cNvGrpSpPr/>
          <p:nvPr/>
        </p:nvGrpSpPr>
        <p:grpSpPr>
          <a:xfrm>
            <a:off x="6752314" y="547514"/>
            <a:ext cx="401057" cy="524738"/>
            <a:chOff x="3435385" y="2077018"/>
            <a:chExt cx="737629" cy="965106"/>
          </a:xfrm>
        </p:grpSpPr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B770FC29-7AE9-C464-BF12-0ACAA15BEE21}"/>
                </a:ext>
              </a:extLst>
            </p:cNvPr>
            <p:cNvSpPr/>
            <p:nvPr/>
          </p:nvSpPr>
          <p:spPr>
            <a:xfrm>
              <a:off x="348622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9A28C4E3-CA60-6676-C31A-686C28C8C3FF}"/>
                </a:ext>
              </a:extLst>
            </p:cNvPr>
            <p:cNvSpPr/>
            <p:nvPr/>
          </p:nvSpPr>
          <p:spPr>
            <a:xfrm>
              <a:off x="3460803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1" name="Oval 640">
              <a:extLst>
                <a:ext uri="{FF2B5EF4-FFF2-40B4-BE49-F238E27FC236}">
                  <a16:creationId xmlns:a16="http://schemas.microsoft.com/office/drawing/2014/main" id="{3FE44407-588D-9D0B-E602-D8D6D9940C84}"/>
                </a:ext>
              </a:extLst>
            </p:cNvPr>
            <p:cNvSpPr/>
            <p:nvPr/>
          </p:nvSpPr>
          <p:spPr>
            <a:xfrm>
              <a:off x="3435385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2" name="Oval 641">
              <a:extLst>
                <a:ext uri="{FF2B5EF4-FFF2-40B4-BE49-F238E27FC236}">
                  <a16:creationId xmlns:a16="http://schemas.microsoft.com/office/drawing/2014/main" id="{B442D589-A594-35C2-E8F6-EFD9BF7BAD95}"/>
                </a:ext>
              </a:extLst>
            </p:cNvPr>
            <p:cNvSpPr/>
            <p:nvPr/>
          </p:nvSpPr>
          <p:spPr>
            <a:xfrm>
              <a:off x="355689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3" name="Oval 642">
              <a:extLst>
                <a:ext uri="{FF2B5EF4-FFF2-40B4-BE49-F238E27FC236}">
                  <a16:creationId xmlns:a16="http://schemas.microsoft.com/office/drawing/2014/main" id="{F57EBF1D-B768-46C1-2E60-F591051111C1}"/>
                </a:ext>
              </a:extLst>
            </p:cNvPr>
            <p:cNvSpPr/>
            <p:nvPr/>
          </p:nvSpPr>
          <p:spPr>
            <a:xfrm>
              <a:off x="370382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5" name="Oval 644">
              <a:extLst>
                <a:ext uri="{FF2B5EF4-FFF2-40B4-BE49-F238E27FC236}">
                  <a16:creationId xmlns:a16="http://schemas.microsoft.com/office/drawing/2014/main" id="{9042898B-98E1-465C-15CE-D46CF7628E0B}"/>
                </a:ext>
              </a:extLst>
            </p:cNvPr>
            <p:cNvSpPr/>
            <p:nvPr/>
          </p:nvSpPr>
          <p:spPr>
            <a:xfrm>
              <a:off x="385075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6" name="Oval 645">
              <a:extLst>
                <a:ext uri="{FF2B5EF4-FFF2-40B4-BE49-F238E27FC236}">
                  <a16:creationId xmlns:a16="http://schemas.microsoft.com/office/drawing/2014/main" id="{41AE22F6-88FC-1ACB-96A7-3F9E0AB0BC13}"/>
                </a:ext>
              </a:extLst>
            </p:cNvPr>
            <p:cNvSpPr/>
            <p:nvPr/>
          </p:nvSpPr>
          <p:spPr>
            <a:xfrm>
              <a:off x="4073942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8" name="Oval 647">
              <a:extLst>
                <a:ext uri="{FF2B5EF4-FFF2-40B4-BE49-F238E27FC236}">
                  <a16:creationId xmlns:a16="http://schemas.microsoft.com/office/drawing/2014/main" id="{23386147-194A-7CCE-BA97-49C6E8C5FD6E}"/>
                </a:ext>
              </a:extLst>
            </p:cNvPr>
            <p:cNvSpPr/>
            <p:nvPr/>
          </p:nvSpPr>
          <p:spPr>
            <a:xfrm>
              <a:off x="4048523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49" name="Oval 648">
              <a:extLst>
                <a:ext uri="{FF2B5EF4-FFF2-40B4-BE49-F238E27FC236}">
                  <a16:creationId xmlns:a16="http://schemas.microsoft.com/office/drawing/2014/main" id="{A83ED9F7-7FEE-8806-3566-849B4AE41AE0}"/>
                </a:ext>
              </a:extLst>
            </p:cNvPr>
            <p:cNvSpPr/>
            <p:nvPr/>
          </p:nvSpPr>
          <p:spPr>
            <a:xfrm>
              <a:off x="4023105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0" name="Oval 649">
              <a:extLst>
                <a:ext uri="{FF2B5EF4-FFF2-40B4-BE49-F238E27FC236}">
                  <a16:creationId xmlns:a16="http://schemas.microsoft.com/office/drawing/2014/main" id="{A6126D38-DFCB-DEE2-755F-9D7A6D733726}"/>
                </a:ext>
              </a:extLst>
            </p:cNvPr>
            <p:cNvSpPr/>
            <p:nvPr/>
          </p:nvSpPr>
          <p:spPr>
            <a:xfrm>
              <a:off x="3972268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8" name="Oval 657">
              <a:extLst>
                <a:ext uri="{FF2B5EF4-FFF2-40B4-BE49-F238E27FC236}">
                  <a16:creationId xmlns:a16="http://schemas.microsoft.com/office/drawing/2014/main" id="{277BCB75-EB11-41A4-06F5-4DB51A1EBDAE}"/>
                </a:ext>
              </a:extLst>
            </p:cNvPr>
            <p:cNvSpPr/>
            <p:nvPr/>
          </p:nvSpPr>
          <p:spPr>
            <a:xfrm>
              <a:off x="3946849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59" name="Oval 658">
              <a:extLst>
                <a:ext uri="{FF2B5EF4-FFF2-40B4-BE49-F238E27FC236}">
                  <a16:creationId xmlns:a16="http://schemas.microsoft.com/office/drawing/2014/main" id="{02EB892C-9C6A-1A00-BF7D-4701E80C3608}"/>
                </a:ext>
              </a:extLst>
            </p:cNvPr>
            <p:cNvSpPr/>
            <p:nvPr/>
          </p:nvSpPr>
          <p:spPr>
            <a:xfrm>
              <a:off x="3921431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60" name="Group 659">
            <a:extLst>
              <a:ext uri="{FF2B5EF4-FFF2-40B4-BE49-F238E27FC236}">
                <a16:creationId xmlns:a16="http://schemas.microsoft.com/office/drawing/2014/main" id="{79880564-397D-C46A-FEED-25A58C013D23}"/>
              </a:ext>
            </a:extLst>
          </p:cNvPr>
          <p:cNvGrpSpPr/>
          <p:nvPr/>
        </p:nvGrpSpPr>
        <p:grpSpPr>
          <a:xfrm>
            <a:off x="3855421" y="1301123"/>
            <a:ext cx="345775" cy="524738"/>
            <a:chOff x="4469860" y="2077018"/>
            <a:chExt cx="635955" cy="965106"/>
          </a:xfrm>
        </p:grpSpPr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207FD718-6DA3-0ECB-0A50-CD59F9E83A75}"/>
                </a:ext>
              </a:extLst>
            </p:cNvPr>
            <p:cNvSpPr/>
            <p:nvPr/>
          </p:nvSpPr>
          <p:spPr>
            <a:xfrm>
              <a:off x="4495279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D02282B3-01C2-B5BF-BAFA-DE0BF9FCEDE5}"/>
                </a:ext>
              </a:extLst>
            </p:cNvPr>
            <p:cNvSpPr/>
            <p:nvPr/>
          </p:nvSpPr>
          <p:spPr>
            <a:xfrm>
              <a:off x="4469860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632CDF16-ADAA-AB9D-D904-18C37749B1BC}"/>
                </a:ext>
              </a:extLst>
            </p:cNvPr>
            <p:cNvSpPr/>
            <p:nvPr/>
          </p:nvSpPr>
          <p:spPr>
            <a:xfrm>
              <a:off x="4667627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6706C039-846F-914E-1B6F-46EE821AD7A6}"/>
                </a:ext>
              </a:extLst>
            </p:cNvPr>
            <p:cNvSpPr/>
            <p:nvPr/>
          </p:nvSpPr>
          <p:spPr>
            <a:xfrm>
              <a:off x="459137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2" name="Oval 671">
              <a:extLst>
                <a:ext uri="{FF2B5EF4-FFF2-40B4-BE49-F238E27FC236}">
                  <a16:creationId xmlns:a16="http://schemas.microsoft.com/office/drawing/2014/main" id="{277B737B-D9C5-3D7B-8104-EF2CD7E103C1}"/>
                </a:ext>
              </a:extLst>
            </p:cNvPr>
            <p:cNvSpPr/>
            <p:nvPr/>
          </p:nvSpPr>
          <p:spPr>
            <a:xfrm>
              <a:off x="451511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3" name="Oval 672">
              <a:extLst>
                <a:ext uri="{FF2B5EF4-FFF2-40B4-BE49-F238E27FC236}">
                  <a16:creationId xmlns:a16="http://schemas.microsoft.com/office/drawing/2014/main" id="{DF2A73B2-5A92-ED23-65B1-4061238E8AD0}"/>
                </a:ext>
              </a:extLst>
            </p:cNvPr>
            <p:cNvSpPr/>
            <p:nvPr/>
          </p:nvSpPr>
          <p:spPr>
            <a:xfrm>
              <a:off x="481455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B3517E60-26D0-59E6-0AF1-0D37002A980B}"/>
                </a:ext>
              </a:extLst>
            </p:cNvPr>
            <p:cNvSpPr/>
            <p:nvPr/>
          </p:nvSpPr>
          <p:spPr>
            <a:xfrm>
              <a:off x="473830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5" name="Oval 674">
              <a:extLst>
                <a:ext uri="{FF2B5EF4-FFF2-40B4-BE49-F238E27FC236}">
                  <a16:creationId xmlns:a16="http://schemas.microsoft.com/office/drawing/2014/main" id="{99F82B24-EF9F-1641-B8A2-375101E1A964}"/>
                </a:ext>
              </a:extLst>
            </p:cNvPr>
            <p:cNvSpPr/>
            <p:nvPr/>
          </p:nvSpPr>
          <p:spPr>
            <a:xfrm>
              <a:off x="466204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9" name="Oval 678">
              <a:extLst>
                <a:ext uri="{FF2B5EF4-FFF2-40B4-BE49-F238E27FC236}">
                  <a16:creationId xmlns:a16="http://schemas.microsoft.com/office/drawing/2014/main" id="{95D3AB4F-36B6-D716-D648-43A97F485DD7}"/>
                </a:ext>
              </a:extLst>
            </p:cNvPr>
            <p:cNvSpPr/>
            <p:nvPr/>
          </p:nvSpPr>
          <p:spPr>
            <a:xfrm>
              <a:off x="496148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0" name="Oval 679">
              <a:extLst>
                <a:ext uri="{FF2B5EF4-FFF2-40B4-BE49-F238E27FC236}">
                  <a16:creationId xmlns:a16="http://schemas.microsoft.com/office/drawing/2014/main" id="{833EE7E9-A941-44A4-65FC-85C13E90F2B6}"/>
                </a:ext>
              </a:extLst>
            </p:cNvPr>
            <p:cNvSpPr/>
            <p:nvPr/>
          </p:nvSpPr>
          <p:spPr>
            <a:xfrm>
              <a:off x="4885233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1" name="Oval 680">
              <a:extLst>
                <a:ext uri="{FF2B5EF4-FFF2-40B4-BE49-F238E27FC236}">
                  <a16:creationId xmlns:a16="http://schemas.microsoft.com/office/drawing/2014/main" id="{ED8BDCEC-36F0-1C5C-17D9-4A1D6D4081CB}"/>
                </a:ext>
              </a:extLst>
            </p:cNvPr>
            <p:cNvSpPr/>
            <p:nvPr/>
          </p:nvSpPr>
          <p:spPr>
            <a:xfrm>
              <a:off x="480897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2" name="Oval 681">
              <a:extLst>
                <a:ext uri="{FF2B5EF4-FFF2-40B4-BE49-F238E27FC236}">
                  <a16:creationId xmlns:a16="http://schemas.microsoft.com/office/drawing/2014/main" id="{C2C3421E-6B8F-C948-982C-237EA9B83722}"/>
                </a:ext>
              </a:extLst>
            </p:cNvPr>
            <p:cNvSpPr/>
            <p:nvPr/>
          </p:nvSpPr>
          <p:spPr>
            <a:xfrm>
              <a:off x="5006743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3" name="Oval 682">
              <a:extLst>
                <a:ext uri="{FF2B5EF4-FFF2-40B4-BE49-F238E27FC236}">
                  <a16:creationId xmlns:a16="http://schemas.microsoft.com/office/drawing/2014/main" id="{A0A68D38-44F2-644F-9A98-75BCFB6C5849}"/>
                </a:ext>
              </a:extLst>
            </p:cNvPr>
            <p:cNvSpPr/>
            <p:nvPr/>
          </p:nvSpPr>
          <p:spPr>
            <a:xfrm>
              <a:off x="4981325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EBAC03E9-3C85-3CC8-E706-AE38C846A3A0}"/>
              </a:ext>
            </a:extLst>
          </p:cNvPr>
          <p:cNvGrpSpPr/>
          <p:nvPr/>
        </p:nvGrpSpPr>
        <p:grpSpPr>
          <a:xfrm>
            <a:off x="4415313" y="1301123"/>
            <a:ext cx="387237" cy="524738"/>
            <a:chOff x="5428080" y="2077018"/>
            <a:chExt cx="712211" cy="965106"/>
          </a:xfrm>
        </p:grpSpPr>
        <p:sp>
          <p:nvSpPr>
            <p:cNvPr id="687" name="Oval 686">
              <a:extLst>
                <a:ext uri="{FF2B5EF4-FFF2-40B4-BE49-F238E27FC236}">
                  <a16:creationId xmlns:a16="http://schemas.microsoft.com/office/drawing/2014/main" id="{C509C12A-42DF-C812-50A8-D09C76A22CA4}"/>
                </a:ext>
              </a:extLst>
            </p:cNvPr>
            <p:cNvSpPr/>
            <p:nvPr/>
          </p:nvSpPr>
          <p:spPr>
            <a:xfrm>
              <a:off x="5529754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1F6861FE-3F69-46C3-5F4D-994B90BB9D37}"/>
                </a:ext>
              </a:extLst>
            </p:cNvPr>
            <p:cNvSpPr/>
            <p:nvPr/>
          </p:nvSpPr>
          <p:spPr>
            <a:xfrm>
              <a:off x="5504335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247DC6A7-0467-52E4-F992-2FB20D6C1748}"/>
                </a:ext>
              </a:extLst>
            </p:cNvPr>
            <p:cNvSpPr/>
            <p:nvPr/>
          </p:nvSpPr>
          <p:spPr>
            <a:xfrm>
              <a:off x="545349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0" name="Oval 689">
              <a:extLst>
                <a:ext uri="{FF2B5EF4-FFF2-40B4-BE49-F238E27FC236}">
                  <a16:creationId xmlns:a16="http://schemas.microsoft.com/office/drawing/2014/main" id="{63F47628-DE49-03BD-2ECB-1AB83B123BBB}"/>
                </a:ext>
              </a:extLst>
            </p:cNvPr>
            <p:cNvSpPr/>
            <p:nvPr/>
          </p:nvSpPr>
          <p:spPr>
            <a:xfrm>
              <a:off x="5428080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F46DE605-EC3A-6652-4181-A7567726855A}"/>
                </a:ext>
              </a:extLst>
            </p:cNvPr>
            <p:cNvSpPr/>
            <p:nvPr/>
          </p:nvSpPr>
          <p:spPr>
            <a:xfrm>
              <a:off x="570210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8" name="Oval 697">
              <a:extLst>
                <a:ext uri="{FF2B5EF4-FFF2-40B4-BE49-F238E27FC236}">
                  <a16:creationId xmlns:a16="http://schemas.microsoft.com/office/drawing/2014/main" id="{5D6970E1-D641-5B0A-4BC9-0D62141715E1}"/>
                </a:ext>
              </a:extLst>
            </p:cNvPr>
            <p:cNvSpPr/>
            <p:nvPr/>
          </p:nvSpPr>
          <p:spPr>
            <a:xfrm>
              <a:off x="5625847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99" name="Oval 698">
              <a:extLst>
                <a:ext uri="{FF2B5EF4-FFF2-40B4-BE49-F238E27FC236}">
                  <a16:creationId xmlns:a16="http://schemas.microsoft.com/office/drawing/2014/main" id="{70D3F45B-E86E-7F85-F2DF-502F600499F0}"/>
                </a:ext>
              </a:extLst>
            </p:cNvPr>
            <p:cNvSpPr/>
            <p:nvPr/>
          </p:nvSpPr>
          <p:spPr>
            <a:xfrm>
              <a:off x="5549592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0" name="Oval 699">
              <a:extLst>
                <a:ext uri="{FF2B5EF4-FFF2-40B4-BE49-F238E27FC236}">
                  <a16:creationId xmlns:a16="http://schemas.microsoft.com/office/drawing/2014/main" id="{E4567B05-A028-E4D9-F223-A7B1A4FE8912}"/>
                </a:ext>
              </a:extLst>
            </p:cNvPr>
            <p:cNvSpPr/>
            <p:nvPr/>
          </p:nvSpPr>
          <p:spPr>
            <a:xfrm>
              <a:off x="584903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1" name="Oval 700">
              <a:extLst>
                <a:ext uri="{FF2B5EF4-FFF2-40B4-BE49-F238E27FC236}">
                  <a16:creationId xmlns:a16="http://schemas.microsoft.com/office/drawing/2014/main" id="{6602EF32-082A-DFB3-CE9E-9DA7B225D89E}"/>
                </a:ext>
              </a:extLst>
            </p:cNvPr>
            <p:cNvSpPr/>
            <p:nvPr/>
          </p:nvSpPr>
          <p:spPr>
            <a:xfrm>
              <a:off x="577277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2" name="Oval 701">
              <a:extLst>
                <a:ext uri="{FF2B5EF4-FFF2-40B4-BE49-F238E27FC236}">
                  <a16:creationId xmlns:a16="http://schemas.microsoft.com/office/drawing/2014/main" id="{A3E11704-6AFE-6D9F-1C77-4574BE1BB731}"/>
                </a:ext>
              </a:extLst>
            </p:cNvPr>
            <p:cNvSpPr/>
            <p:nvPr/>
          </p:nvSpPr>
          <p:spPr>
            <a:xfrm>
              <a:off x="5696522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3" name="Oval 702">
              <a:extLst>
                <a:ext uri="{FF2B5EF4-FFF2-40B4-BE49-F238E27FC236}">
                  <a16:creationId xmlns:a16="http://schemas.microsoft.com/office/drawing/2014/main" id="{B5AA4344-8789-EA4F-AA98-4FF146D80A7C}"/>
                </a:ext>
              </a:extLst>
            </p:cNvPr>
            <p:cNvSpPr/>
            <p:nvPr/>
          </p:nvSpPr>
          <p:spPr>
            <a:xfrm>
              <a:off x="599596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4" name="Oval 703">
              <a:extLst>
                <a:ext uri="{FF2B5EF4-FFF2-40B4-BE49-F238E27FC236}">
                  <a16:creationId xmlns:a16="http://schemas.microsoft.com/office/drawing/2014/main" id="{166102F6-20A8-6A8A-1F0D-7576768E79F4}"/>
                </a:ext>
              </a:extLst>
            </p:cNvPr>
            <p:cNvSpPr/>
            <p:nvPr/>
          </p:nvSpPr>
          <p:spPr>
            <a:xfrm>
              <a:off x="591970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5" name="Oval 704">
              <a:extLst>
                <a:ext uri="{FF2B5EF4-FFF2-40B4-BE49-F238E27FC236}">
                  <a16:creationId xmlns:a16="http://schemas.microsoft.com/office/drawing/2014/main" id="{FBE8BDF5-68B1-6619-80A7-4E36E38CA774}"/>
                </a:ext>
              </a:extLst>
            </p:cNvPr>
            <p:cNvSpPr/>
            <p:nvPr/>
          </p:nvSpPr>
          <p:spPr>
            <a:xfrm>
              <a:off x="584345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8" name="Oval 707">
              <a:extLst>
                <a:ext uri="{FF2B5EF4-FFF2-40B4-BE49-F238E27FC236}">
                  <a16:creationId xmlns:a16="http://schemas.microsoft.com/office/drawing/2014/main" id="{B552CB53-D4FB-6D54-C92D-692BA2B11E39}"/>
                </a:ext>
              </a:extLst>
            </p:cNvPr>
            <p:cNvSpPr/>
            <p:nvPr/>
          </p:nvSpPr>
          <p:spPr>
            <a:xfrm>
              <a:off x="604121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09" name="Oval 708">
              <a:extLst>
                <a:ext uri="{FF2B5EF4-FFF2-40B4-BE49-F238E27FC236}">
                  <a16:creationId xmlns:a16="http://schemas.microsoft.com/office/drawing/2014/main" id="{4E226482-9A28-F3A4-2EAF-D7477D6DFBED}"/>
                </a:ext>
              </a:extLst>
            </p:cNvPr>
            <p:cNvSpPr/>
            <p:nvPr/>
          </p:nvSpPr>
          <p:spPr>
            <a:xfrm>
              <a:off x="6015800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769D6F49-527A-68C6-121C-D3CAA8379AA1}"/>
              </a:ext>
            </a:extLst>
          </p:cNvPr>
          <p:cNvGrpSpPr/>
          <p:nvPr/>
        </p:nvGrpSpPr>
        <p:grpSpPr>
          <a:xfrm>
            <a:off x="5078959" y="1301123"/>
            <a:ext cx="359595" cy="524738"/>
            <a:chOff x="6589648" y="2077018"/>
            <a:chExt cx="661373" cy="965106"/>
          </a:xfrm>
        </p:grpSpPr>
        <p:sp>
          <p:nvSpPr>
            <p:cNvPr id="713" name="Oval 712">
              <a:extLst>
                <a:ext uri="{FF2B5EF4-FFF2-40B4-BE49-F238E27FC236}">
                  <a16:creationId xmlns:a16="http://schemas.microsoft.com/office/drawing/2014/main" id="{3DCF45F3-1C04-F7C8-0F89-B29CD5891B4A}"/>
                </a:ext>
              </a:extLst>
            </p:cNvPr>
            <p:cNvSpPr/>
            <p:nvPr/>
          </p:nvSpPr>
          <p:spPr>
            <a:xfrm>
              <a:off x="658964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4" name="Oval 713">
              <a:extLst>
                <a:ext uri="{FF2B5EF4-FFF2-40B4-BE49-F238E27FC236}">
                  <a16:creationId xmlns:a16="http://schemas.microsoft.com/office/drawing/2014/main" id="{5E6B6BA3-A55E-D2C2-EE17-6C68E8F13281}"/>
                </a:ext>
              </a:extLst>
            </p:cNvPr>
            <p:cNvSpPr/>
            <p:nvPr/>
          </p:nvSpPr>
          <p:spPr>
            <a:xfrm>
              <a:off x="673657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6" name="Oval 715">
              <a:extLst>
                <a:ext uri="{FF2B5EF4-FFF2-40B4-BE49-F238E27FC236}">
                  <a16:creationId xmlns:a16="http://schemas.microsoft.com/office/drawing/2014/main" id="{2B79C133-3D99-F94D-730F-06DBC6603EB6}"/>
                </a:ext>
              </a:extLst>
            </p:cNvPr>
            <p:cNvSpPr/>
            <p:nvPr/>
          </p:nvSpPr>
          <p:spPr>
            <a:xfrm>
              <a:off x="6883508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7" name="Oval 716">
              <a:extLst>
                <a:ext uri="{FF2B5EF4-FFF2-40B4-BE49-F238E27FC236}">
                  <a16:creationId xmlns:a16="http://schemas.microsoft.com/office/drawing/2014/main" id="{0306F3F5-6FE4-861E-FFC2-B30A7BD270FF}"/>
                </a:ext>
              </a:extLst>
            </p:cNvPr>
            <p:cNvSpPr/>
            <p:nvPr/>
          </p:nvSpPr>
          <p:spPr>
            <a:xfrm>
              <a:off x="703043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18" name="Oval 717">
              <a:extLst>
                <a:ext uri="{FF2B5EF4-FFF2-40B4-BE49-F238E27FC236}">
                  <a16:creationId xmlns:a16="http://schemas.microsoft.com/office/drawing/2014/main" id="{6FBEEFA0-7619-18C1-C688-CB4142181DF1}"/>
                </a:ext>
              </a:extLst>
            </p:cNvPr>
            <p:cNvSpPr/>
            <p:nvPr/>
          </p:nvSpPr>
          <p:spPr>
            <a:xfrm>
              <a:off x="7151949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0" name="Oval 719">
              <a:extLst>
                <a:ext uri="{FF2B5EF4-FFF2-40B4-BE49-F238E27FC236}">
                  <a16:creationId xmlns:a16="http://schemas.microsoft.com/office/drawing/2014/main" id="{1C0535FF-7CB9-5950-B6C4-CFA41D384991}"/>
                </a:ext>
              </a:extLst>
            </p:cNvPr>
            <p:cNvSpPr/>
            <p:nvPr/>
          </p:nvSpPr>
          <p:spPr>
            <a:xfrm>
              <a:off x="7126531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1" name="Oval 720">
              <a:extLst>
                <a:ext uri="{FF2B5EF4-FFF2-40B4-BE49-F238E27FC236}">
                  <a16:creationId xmlns:a16="http://schemas.microsoft.com/office/drawing/2014/main" id="{8A6DE0D3-93EE-3924-E8EE-45775BD9BB56}"/>
                </a:ext>
              </a:extLst>
            </p:cNvPr>
            <p:cNvSpPr/>
            <p:nvPr/>
          </p:nvSpPr>
          <p:spPr>
            <a:xfrm>
              <a:off x="7101112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3" name="Oval 722">
              <a:extLst>
                <a:ext uri="{FF2B5EF4-FFF2-40B4-BE49-F238E27FC236}">
                  <a16:creationId xmlns:a16="http://schemas.microsoft.com/office/drawing/2014/main" id="{1AE4D736-2A66-8C90-FEBE-6D5E39C7609A}"/>
                </a:ext>
              </a:extLst>
            </p:cNvPr>
            <p:cNvSpPr/>
            <p:nvPr/>
          </p:nvSpPr>
          <p:spPr>
            <a:xfrm>
              <a:off x="7075694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4" name="Oval 723">
              <a:extLst>
                <a:ext uri="{FF2B5EF4-FFF2-40B4-BE49-F238E27FC236}">
                  <a16:creationId xmlns:a16="http://schemas.microsoft.com/office/drawing/2014/main" id="{39368DE1-AF1B-4815-FE74-89768B066B34}"/>
                </a:ext>
              </a:extLst>
            </p:cNvPr>
            <p:cNvSpPr/>
            <p:nvPr/>
          </p:nvSpPr>
          <p:spPr>
            <a:xfrm>
              <a:off x="7050275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25" name="Oval 724">
              <a:extLst>
                <a:ext uri="{FF2B5EF4-FFF2-40B4-BE49-F238E27FC236}">
                  <a16:creationId xmlns:a16="http://schemas.microsoft.com/office/drawing/2014/main" id="{A6791663-415C-844C-C22C-0B6B9B310901}"/>
                </a:ext>
              </a:extLst>
            </p:cNvPr>
            <p:cNvSpPr/>
            <p:nvPr/>
          </p:nvSpPr>
          <p:spPr>
            <a:xfrm>
              <a:off x="7024857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727" name="Group 726">
            <a:extLst>
              <a:ext uri="{FF2B5EF4-FFF2-40B4-BE49-F238E27FC236}">
                <a16:creationId xmlns:a16="http://schemas.microsoft.com/office/drawing/2014/main" id="{A5BC13CD-91BA-2D2E-257D-2D4CACC43813}"/>
              </a:ext>
            </a:extLst>
          </p:cNvPr>
          <p:cNvGrpSpPr/>
          <p:nvPr/>
        </p:nvGrpSpPr>
        <p:grpSpPr>
          <a:xfrm>
            <a:off x="5572313" y="1301123"/>
            <a:ext cx="428697" cy="524738"/>
            <a:chOff x="7497031" y="2077018"/>
            <a:chExt cx="788466" cy="965106"/>
          </a:xfrm>
        </p:grpSpPr>
        <p:sp>
          <p:nvSpPr>
            <p:cNvPr id="728" name="Oval 727">
              <a:extLst>
                <a:ext uri="{FF2B5EF4-FFF2-40B4-BE49-F238E27FC236}">
                  <a16:creationId xmlns:a16="http://schemas.microsoft.com/office/drawing/2014/main" id="{F3A4FCC8-62A2-C3C1-69A7-89CBA0F0ABD3}"/>
                </a:ext>
              </a:extLst>
            </p:cNvPr>
            <p:cNvSpPr/>
            <p:nvPr/>
          </p:nvSpPr>
          <p:spPr>
            <a:xfrm>
              <a:off x="7598705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0" name="Oval 729">
              <a:extLst>
                <a:ext uri="{FF2B5EF4-FFF2-40B4-BE49-F238E27FC236}">
                  <a16:creationId xmlns:a16="http://schemas.microsoft.com/office/drawing/2014/main" id="{8E83410D-03F7-10E3-4C63-B02446B52F31}"/>
                </a:ext>
              </a:extLst>
            </p:cNvPr>
            <p:cNvSpPr/>
            <p:nvPr/>
          </p:nvSpPr>
          <p:spPr>
            <a:xfrm>
              <a:off x="7573286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1" name="Oval 730">
              <a:extLst>
                <a:ext uri="{FF2B5EF4-FFF2-40B4-BE49-F238E27FC236}">
                  <a16:creationId xmlns:a16="http://schemas.microsoft.com/office/drawing/2014/main" id="{C4D34949-0E3A-3ED1-4E4B-6D9EA938AE80}"/>
                </a:ext>
              </a:extLst>
            </p:cNvPr>
            <p:cNvSpPr/>
            <p:nvPr/>
          </p:nvSpPr>
          <p:spPr>
            <a:xfrm>
              <a:off x="752244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2" name="Oval 731">
              <a:extLst>
                <a:ext uri="{FF2B5EF4-FFF2-40B4-BE49-F238E27FC236}">
                  <a16:creationId xmlns:a16="http://schemas.microsoft.com/office/drawing/2014/main" id="{FE7F77CB-C22B-7494-C1D5-83A022CC31FA}"/>
                </a:ext>
              </a:extLst>
            </p:cNvPr>
            <p:cNvSpPr/>
            <p:nvPr/>
          </p:nvSpPr>
          <p:spPr>
            <a:xfrm>
              <a:off x="7497031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0" name="Oval 739">
              <a:extLst>
                <a:ext uri="{FF2B5EF4-FFF2-40B4-BE49-F238E27FC236}">
                  <a16:creationId xmlns:a16="http://schemas.microsoft.com/office/drawing/2014/main" id="{C9E3EA82-944F-176E-292E-4D0A2651A428}"/>
                </a:ext>
              </a:extLst>
            </p:cNvPr>
            <p:cNvSpPr/>
            <p:nvPr/>
          </p:nvSpPr>
          <p:spPr>
            <a:xfrm>
              <a:off x="7771053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1" name="Oval 740">
              <a:extLst>
                <a:ext uri="{FF2B5EF4-FFF2-40B4-BE49-F238E27FC236}">
                  <a16:creationId xmlns:a16="http://schemas.microsoft.com/office/drawing/2014/main" id="{C68AA1F9-DDD2-F90F-7E03-026E30046F30}"/>
                </a:ext>
              </a:extLst>
            </p:cNvPr>
            <p:cNvSpPr/>
            <p:nvPr/>
          </p:nvSpPr>
          <p:spPr>
            <a:xfrm>
              <a:off x="769479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2" name="Oval 741">
              <a:extLst>
                <a:ext uri="{FF2B5EF4-FFF2-40B4-BE49-F238E27FC236}">
                  <a16:creationId xmlns:a16="http://schemas.microsoft.com/office/drawing/2014/main" id="{F81DA3D4-ABC6-B4DA-1942-F3BA241F9AA3}"/>
                </a:ext>
              </a:extLst>
            </p:cNvPr>
            <p:cNvSpPr/>
            <p:nvPr/>
          </p:nvSpPr>
          <p:spPr>
            <a:xfrm>
              <a:off x="761854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3" name="Oval 742">
              <a:extLst>
                <a:ext uri="{FF2B5EF4-FFF2-40B4-BE49-F238E27FC236}">
                  <a16:creationId xmlns:a16="http://schemas.microsoft.com/office/drawing/2014/main" id="{F618EC35-ADD5-0FED-80A5-AEAB06CC9427}"/>
                </a:ext>
              </a:extLst>
            </p:cNvPr>
            <p:cNvSpPr/>
            <p:nvPr/>
          </p:nvSpPr>
          <p:spPr>
            <a:xfrm>
              <a:off x="7917984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4" name="Oval 743">
              <a:extLst>
                <a:ext uri="{FF2B5EF4-FFF2-40B4-BE49-F238E27FC236}">
                  <a16:creationId xmlns:a16="http://schemas.microsoft.com/office/drawing/2014/main" id="{85AD97C2-7BE1-99FA-6501-7249567879CC}"/>
                </a:ext>
              </a:extLst>
            </p:cNvPr>
            <p:cNvSpPr/>
            <p:nvPr/>
          </p:nvSpPr>
          <p:spPr>
            <a:xfrm>
              <a:off x="7841728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5" name="Oval 744">
              <a:extLst>
                <a:ext uri="{FF2B5EF4-FFF2-40B4-BE49-F238E27FC236}">
                  <a16:creationId xmlns:a16="http://schemas.microsoft.com/office/drawing/2014/main" id="{F3C40B32-AD4A-6765-780E-05A30D2657FA}"/>
                </a:ext>
              </a:extLst>
            </p:cNvPr>
            <p:cNvSpPr/>
            <p:nvPr/>
          </p:nvSpPr>
          <p:spPr>
            <a:xfrm>
              <a:off x="776547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6" name="Oval 745">
              <a:extLst>
                <a:ext uri="{FF2B5EF4-FFF2-40B4-BE49-F238E27FC236}">
                  <a16:creationId xmlns:a16="http://schemas.microsoft.com/office/drawing/2014/main" id="{94DB628D-8546-85E2-84AD-EA15F3276BE9}"/>
                </a:ext>
              </a:extLst>
            </p:cNvPr>
            <p:cNvSpPr/>
            <p:nvPr/>
          </p:nvSpPr>
          <p:spPr>
            <a:xfrm>
              <a:off x="8064914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8" name="Oval 747">
              <a:extLst>
                <a:ext uri="{FF2B5EF4-FFF2-40B4-BE49-F238E27FC236}">
                  <a16:creationId xmlns:a16="http://schemas.microsoft.com/office/drawing/2014/main" id="{2D44EE85-7221-8950-4B30-1773D48F6123}"/>
                </a:ext>
              </a:extLst>
            </p:cNvPr>
            <p:cNvSpPr/>
            <p:nvPr/>
          </p:nvSpPr>
          <p:spPr>
            <a:xfrm>
              <a:off x="7988659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9" name="Oval 748">
              <a:extLst>
                <a:ext uri="{FF2B5EF4-FFF2-40B4-BE49-F238E27FC236}">
                  <a16:creationId xmlns:a16="http://schemas.microsoft.com/office/drawing/2014/main" id="{5196655F-4E50-9EE2-46D5-1D194F9D93DD}"/>
                </a:ext>
              </a:extLst>
            </p:cNvPr>
            <p:cNvSpPr/>
            <p:nvPr/>
          </p:nvSpPr>
          <p:spPr>
            <a:xfrm>
              <a:off x="7912403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2" name="Oval 751">
              <a:extLst>
                <a:ext uri="{FF2B5EF4-FFF2-40B4-BE49-F238E27FC236}">
                  <a16:creationId xmlns:a16="http://schemas.microsoft.com/office/drawing/2014/main" id="{EB684604-9247-AB40-F123-6A1D42313D80}"/>
                </a:ext>
              </a:extLst>
            </p:cNvPr>
            <p:cNvSpPr/>
            <p:nvPr/>
          </p:nvSpPr>
          <p:spPr>
            <a:xfrm>
              <a:off x="8186425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4" name="Oval 753">
              <a:extLst>
                <a:ext uri="{FF2B5EF4-FFF2-40B4-BE49-F238E27FC236}">
                  <a16:creationId xmlns:a16="http://schemas.microsoft.com/office/drawing/2014/main" id="{F6C46932-E9D1-A679-A1A4-572BC9BD4406}"/>
                </a:ext>
              </a:extLst>
            </p:cNvPr>
            <p:cNvSpPr/>
            <p:nvPr/>
          </p:nvSpPr>
          <p:spPr>
            <a:xfrm>
              <a:off x="8161006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5" name="Oval 754">
              <a:extLst>
                <a:ext uri="{FF2B5EF4-FFF2-40B4-BE49-F238E27FC236}">
                  <a16:creationId xmlns:a16="http://schemas.microsoft.com/office/drawing/2014/main" id="{72522DE7-EA72-EC90-D584-69DAEBDCA77F}"/>
                </a:ext>
              </a:extLst>
            </p:cNvPr>
            <p:cNvSpPr/>
            <p:nvPr/>
          </p:nvSpPr>
          <p:spPr>
            <a:xfrm>
              <a:off x="8110169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7" name="Oval 756">
              <a:extLst>
                <a:ext uri="{FF2B5EF4-FFF2-40B4-BE49-F238E27FC236}">
                  <a16:creationId xmlns:a16="http://schemas.microsoft.com/office/drawing/2014/main" id="{BE1826FF-C739-DCA1-BA3C-EAD29409C411}"/>
                </a:ext>
              </a:extLst>
            </p:cNvPr>
            <p:cNvSpPr/>
            <p:nvPr/>
          </p:nvSpPr>
          <p:spPr>
            <a:xfrm>
              <a:off x="8084751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04171F4F-3C15-3683-30AA-2C0D33799F6D}"/>
              </a:ext>
            </a:extLst>
          </p:cNvPr>
          <p:cNvGrpSpPr/>
          <p:nvPr/>
        </p:nvGrpSpPr>
        <p:grpSpPr>
          <a:xfrm>
            <a:off x="6176228" y="1301123"/>
            <a:ext cx="387237" cy="524738"/>
            <a:chOff x="8607761" y="2077018"/>
            <a:chExt cx="712211" cy="965106"/>
          </a:xfrm>
        </p:grpSpPr>
        <p:sp>
          <p:nvSpPr>
            <p:cNvPr id="761" name="Oval 760">
              <a:extLst>
                <a:ext uri="{FF2B5EF4-FFF2-40B4-BE49-F238E27FC236}">
                  <a16:creationId xmlns:a16="http://schemas.microsoft.com/office/drawing/2014/main" id="{7063C260-524A-1219-997D-2FF89B9C4634}"/>
                </a:ext>
              </a:extLst>
            </p:cNvPr>
            <p:cNvSpPr/>
            <p:nvPr/>
          </p:nvSpPr>
          <p:spPr>
            <a:xfrm>
              <a:off x="8633180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2" name="Oval 761">
              <a:extLst>
                <a:ext uri="{FF2B5EF4-FFF2-40B4-BE49-F238E27FC236}">
                  <a16:creationId xmlns:a16="http://schemas.microsoft.com/office/drawing/2014/main" id="{8DA52CB0-B75E-061A-BCE5-7C0BCBAA2C45}"/>
                </a:ext>
              </a:extLst>
            </p:cNvPr>
            <p:cNvSpPr/>
            <p:nvPr/>
          </p:nvSpPr>
          <p:spPr>
            <a:xfrm>
              <a:off x="8607761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4" name="Oval 763">
              <a:extLst>
                <a:ext uri="{FF2B5EF4-FFF2-40B4-BE49-F238E27FC236}">
                  <a16:creationId xmlns:a16="http://schemas.microsoft.com/office/drawing/2014/main" id="{A0F23B73-BC6F-1183-AF50-4DBB3EA94DDC}"/>
                </a:ext>
              </a:extLst>
            </p:cNvPr>
            <p:cNvSpPr/>
            <p:nvPr/>
          </p:nvSpPr>
          <p:spPr>
            <a:xfrm>
              <a:off x="880552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5" name="Oval 764">
              <a:extLst>
                <a:ext uri="{FF2B5EF4-FFF2-40B4-BE49-F238E27FC236}">
                  <a16:creationId xmlns:a16="http://schemas.microsoft.com/office/drawing/2014/main" id="{686BB2C5-579B-50B0-51AD-548D4FA01159}"/>
                </a:ext>
              </a:extLst>
            </p:cNvPr>
            <p:cNvSpPr/>
            <p:nvPr/>
          </p:nvSpPr>
          <p:spPr>
            <a:xfrm>
              <a:off x="8729273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8" name="Oval 767">
              <a:extLst>
                <a:ext uri="{FF2B5EF4-FFF2-40B4-BE49-F238E27FC236}">
                  <a16:creationId xmlns:a16="http://schemas.microsoft.com/office/drawing/2014/main" id="{1BA25B2C-530E-0C44-BA67-AC665B374E95}"/>
                </a:ext>
              </a:extLst>
            </p:cNvPr>
            <p:cNvSpPr/>
            <p:nvPr/>
          </p:nvSpPr>
          <p:spPr>
            <a:xfrm>
              <a:off x="8653018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9" name="Oval 768">
              <a:extLst>
                <a:ext uri="{FF2B5EF4-FFF2-40B4-BE49-F238E27FC236}">
                  <a16:creationId xmlns:a16="http://schemas.microsoft.com/office/drawing/2014/main" id="{4D1D3F5A-4451-A8CF-2C25-3ECD05846B34}"/>
                </a:ext>
              </a:extLst>
            </p:cNvPr>
            <p:cNvSpPr/>
            <p:nvPr/>
          </p:nvSpPr>
          <p:spPr>
            <a:xfrm>
              <a:off x="895245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1" name="Oval 770">
              <a:extLst>
                <a:ext uri="{FF2B5EF4-FFF2-40B4-BE49-F238E27FC236}">
                  <a16:creationId xmlns:a16="http://schemas.microsoft.com/office/drawing/2014/main" id="{3EFB10AA-E9AE-5BBA-383B-06C40F99492E}"/>
                </a:ext>
              </a:extLst>
            </p:cNvPr>
            <p:cNvSpPr/>
            <p:nvPr/>
          </p:nvSpPr>
          <p:spPr>
            <a:xfrm>
              <a:off x="8876204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2" name="Oval 771">
              <a:extLst>
                <a:ext uri="{FF2B5EF4-FFF2-40B4-BE49-F238E27FC236}">
                  <a16:creationId xmlns:a16="http://schemas.microsoft.com/office/drawing/2014/main" id="{ABC2307D-3799-8283-7F91-33541C267D9C}"/>
                </a:ext>
              </a:extLst>
            </p:cNvPr>
            <p:cNvSpPr/>
            <p:nvPr/>
          </p:nvSpPr>
          <p:spPr>
            <a:xfrm>
              <a:off x="8799948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4" name="Oval 773">
              <a:extLst>
                <a:ext uri="{FF2B5EF4-FFF2-40B4-BE49-F238E27FC236}">
                  <a16:creationId xmlns:a16="http://schemas.microsoft.com/office/drawing/2014/main" id="{501CF12F-CEFC-D24B-1A6F-DC73D8996034}"/>
                </a:ext>
              </a:extLst>
            </p:cNvPr>
            <p:cNvSpPr/>
            <p:nvPr/>
          </p:nvSpPr>
          <p:spPr>
            <a:xfrm>
              <a:off x="9099389" y="207701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7" name="Oval 776">
              <a:extLst>
                <a:ext uri="{FF2B5EF4-FFF2-40B4-BE49-F238E27FC236}">
                  <a16:creationId xmlns:a16="http://schemas.microsoft.com/office/drawing/2014/main" id="{F11C56AD-3F8B-F669-B53F-803F4844E8AD}"/>
                </a:ext>
              </a:extLst>
            </p:cNvPr>
            <p:cNvSpPr/>
            <p:nvPr/>
          </p:nvSpPr>
          <p:spPr>
            <a:xfrm>
              <a:off x="9023134" y="250952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8" name="Oval 777">
              <a:extLst>
                <a:ext uri="{FF2B5EF4-FFF2-40B4-BE49-F238E27FC236}">
                  <a16:creationId xmlns:a16="http://schemas.microsoft.com/office/drawing/2014/main" id="{1B07A37D-C0F2-5DF8-3ACF-2BA8785765E5}"/>
                </a:ext>
              </a:extLst>
            </p:cNvPr>
            <p:cNvSpPr/>
            <p:nvPr/>
          </p:nvSpPr>
          <p:spPr>
            <a:xfrm>
              <a:off x="8946879" y="294203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0" name="Oval 779">
              <a:extLst>
                <a:ext uri="{FF2B5EF4-FFF2-40B4-BE49-F238E27FC236}">
                  <a16:creationId xmlns:a16="http://schemas.microsoft.com/office/drawing/2014/main" id="{A0236600-2039-F29A-C3BE-E6C6CB3A7ADC}"/>
                </a:ext>
              </a:extLst>
            </p:cNvPr>
            <p:cNvSpPr/>
            <p:nvPr/>
          </p:nvSpPr>
          <p:spPr>
            <a:xfrm>
              <a:off x="9220900" y="222118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1" name="Oval 780">
              <a:extLst>
                <a:ext uri="{FF2B5EF4-FFF2-40B4-BE49-F238E27FC236}">
                  <a16:creationId xmlns:a16="http://schemas.microsoft.com/office/drawing/2014/main" id="{9FE4E104-BADF-E4D6-DA64-15A319C2FF46}"/>
                </a:ext>
              </a:extLst>
            </p:cNvPr>
            <p:cNvSpPr/>
            <p:nvPr/>
          </p:nvSpPr>
          <p:spPr>
            <a:xfrm>
              <a:off x="9195481" y="236535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2" name="Oval 781">
              <a:extLst>
                <a:ext uri="{FF2B5EF4-FFF2-40B4-BE49-F238E27FC236}">
                  <a16:creationId xmlns:a16="http://schemas.microsoft.com/office/drawing/2014/main" id="{860686B7-2309-9336-9F0B-22A9B139E201}"/>
                </a:ext>
              </a:extLst>
            </p:cNvPr>
            <p:cNvSpPr/>
            <p:nvPr/>
          </p:nvSpPr>
          <p:spPr>
            <a:xfrm>
              <a:off x="9144645" y="265369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3" name="Oval 782">
              <a:extLst>
                <a:ext uri="{FF2B5EF4-FFF2-40B4-BE49-F238E27FC236}">
                  <a16:creationId xmlns:a16="http://schemas.microsoft.com/office/drawing/2014/main" id="{F542C006-B5A7-28B5-8D95-3DF52CD50910}"/>
                </a:ext>
              </a:extLst>
            </p:cNvPr>
            <p:cNvSpPr/>
            <p:nvPr/>
          </p:nvSpPr>
          <p:spPr>
            <a:xfrm>
              <a:off x="9119226" y="2797865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3DA59C25-4EB6-7B1F-38F5-AB547C729057}"/>
              </a:ext>
            </a:extLst>
          </p:cNvPr>
          <p:cNvGrpSpPr/>
          <p:nvPr/>
        </p:nvGrpSpPr>
        <p:grpSpPr>
          <a:xfrm>
            <a:off x="4430220" y="3561950"/>
            <a:ext cx="442517" cy="524738"/>
            <a:chOff x="3225908" y="4903259"/>
            <a:chExt cx="813884" cy="965106"/>
          </a:xfrm>
        </p:grpSpPr>
        <p:sp>
          <p:nvSpPr>
            <p:cNvPr id="785" name="Oval 784">
              <a:extLst>
                <a:ext uri="{FF2B5EF4-FFF2-40B4-BE49-F238E27FC236}">
                  <a16:creationId xmlns:a16="http://schemas.microsoft.com/office/drawing/2014/main" id="{7946BDA1-8EC8-9059-C873-E6EB63D8D7A3}"/>
                </a:ext>
              </a:extLst>
            </p:cNvPr>
            <p:cNvSpPr/>
            <p:nvPr/>
          </p:nvSpPr>
          <p:spPr>
            <a:xfrm>
              <a:off x="3378418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6" name="Oval 785">
              <a:extLst>
                <a:ext uri="{FF2B5EF4-FFF2-40B4-BE49-F238E27FC236}">
                  <a16:creationId xmlns:a16="http://schemas.microsoft.com/office/drawing/2014/main" id="{E11B30BE-98EC-3D24-668C-E6472B2FEA70}"/>
                </a:ext>
              </a:extLst>
            </p:cNvPr>
            <p:cNvSpPr/>
            <p:nvPr/>
          </p:nvSpPr>
          <p:spPr>
            <a:xfrm>
              <a:off x="3353000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8" name="Oval 787">
              <a:extLst>
                <a:ext uri="{FF2B5EF4-FFF2-40B4-BE49-F238E27FC236}">
                  <a16:creationId xmlns:a16="http://schemas.microsoft.com/office/drawing/2014/main" id="{42A98DDC-A92F-B063-5C06-9872EDC464BF}"/>
                </a:ext>
              </a:extLst>
            </p:cNvPr>
            <p:cNvSpPr/>
            <p:nvPr/>
          </p:nvSpPr>
          <p:spPr>
            <a:xfrm>
              <a:off x="3327582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9" name="Oval 788">
              <a:extLst>
                <a:ext uri="{FF2B5EF4-FFF2-40B4-BE49-F238E27FC236}">
                  <a16:creationId xmlns:a16="http://schemas.microsoft.com/office/drawing/2014/main" id="{1A88F98B-6829-7BBA-3263-48EDE64E8B9A}"/>
                </a:ext>
              </a:extLst>
            </p:cNvPr>
            <p:cNvSpPr/>
            <p:nvPr/>
          </p:nvSpPr>
          <p:spPr>
            <a:xfrm>
              <a:off x="330216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0" name="Oval 789">
              <a:extLst>
                <a:ext uri="{FF2B5EF4-FFF2-40B4-BE49-F238E27FC236}">
                  <a16:creationId xmlns:a16="http://schemas.microsoft.com/office/drawing/2014/main" id="{1B4213D1-14B8-BC25-69B0-E2D3B2E1ADB4}"/>
                </a:ext>
              </a:extLst>
            </p:cNvPr>
            <p:cNvSpPr/>
            <p:nvPr/>
          </p:nvSpPr>
          <p:spPr>
            <a:xfrm>
              <a:off x="3276745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1" name="Oval 790">
              <a:extLst>
                <a:ext uri="{FF2B5EF4-FFF2-40B4-BE49-F238E27FC236}">
                  <a16:creationId xmlns:a16="http://schemas.microsoft.com/office/drawing/2014/main" id="{AEBD1EEE-6D71-C453-B387-513A790B9C1E}"/>
                </a:ext>
              </a:extLst>
            </p:cNvPr>
            <p:cNvSpPr/>
            <p:nvPr/>
          </p:nvSpPr>
          <p:spPr>
            <a:xfrm>
              <a:off x="3251326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2" name="Oval 791">
              <a:extLst>
                <a:ext uri="{FF2B5EF4-FFF2-40B4-BE49-F238E27FC236}">
                  <a16:creationId xmlns:a16="http://schemas.microsoft.com/office/drawing/2014/main" id="{B2A80A27-CFCC-417D-B481-06ED865D3D6C}"/>
                </a:ext>
              </a:extLst>
            </p:cNvPr>
            <p:cNvSpPr/>
            <p:nvPr/>
          </p:nvSpPr>
          <p:spPr>
            <a:xfrm>
              <a:off x="322590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3" name="Oval 792">
              <a:extLst>
                <a:ext uri="{FF2B5EF4-FFF2-40B4-BE49-F238E27FC236}">
                  <a16:creationId xmlns:a16="http://schemas.microsoft.com/office/drawing/2014/main" id="{051DDC02-6FFC-793A-0251-733DC96B75FE}"/>
                </a:ext>
              </a:extLst>
            </p:cNvPr>
            <p:cNvSpPr/>
            <p:nvPr/>
          </p:nvSpPr>
          <p:spPr>
            <a:xfrm>
              <a:off x="3525349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5" name="Oval 794">
              <a:extLst>
                <a:ext uri="{FF2B5EF4-FFF2-40B4-BE49-F238E27FC236}">
                  <a16:creationId xmlns:a16="http://schemas.microsoft.com/office/drawing/2014/main" id="{1BE1EE23-92F0-EF77-16C9-D14E37AC14D5}"/>
                </a:ext>
              </a:extLst>
            </p:cNvPr>
            <p:cNvSpPr/>
            <p:nvPr/>
          </p:nvSpPr>
          <p:spPr>
            <a:xfrm>
              <a:off x="3449093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6" name="Oval 795">
              <a:extLst>
                <a:ext uri="{FF2B5EF4-FFF2-40B4-BE49-F238E27FC236}">
                  <a16:creationId xmlns:a16="http://schemas.microsoft.com/office/drawing/2014/main" id="{B3D7F2DB-2B82-179D-2753-18511CFD6768}"/>
                </a:ext>
              </a:extLst>
            </p:cNvPr>
            <p:cNvSpPr/>
            <p:nvPr/>
          </p:nvSpPr>
          <p:spPr>
            <a:xfrm>
              <a:off x="3672279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7" name="Oval 796">
              <a:extLst>
                <a:ext uri="{FF2B5EF4-FFF2-40B4-BE49-F238E27FC236}">
                  <a16:creationId xmlns:a16="http://schemas.microsoft.com/office/drawing/2014/main" id="{F8D9DAAB-8D12-9792-AA3A-116F633CD49A}"/>
                </a:ext>
              </a:extLst>
            </p:cNvPr>
            <p:cNvSpPr/>
            <p:nvPr/>
          </p:nvSpPr>
          <p:spPr>
            <a:xfrm>
              <a:off x="359602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8" name="Oval 797">
              <a:extLst>
                <a:ext uri="{FF2B5EF4-FFF2-40B4-BE49-F238E27FC236}">
                  <a16:creationId xmlns:a16="http://schemas.microsoft.com/office/drawing/2014/main" id="{F3D1512F-FEBC-21AC-830F-B6419EB025B3}"/>
                </a:ext>
              </a:extLst>
            </p:cNvPr>
            <p:cNvSpPr/>
            <p:nvPr/>
          </p:nvSpPr>
          <p:spPr>
            <a:xfrm>
              <a:off x="3819209" y="4903259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9" name="Oval 798">
              <a:extLst>
                <a:ext uri="{FF2B5EF4-FFF2-40B4-BE49-F238E27FC236}">
                  <a16:creationId xmlns:a16="http://schemas.microsoft.com/office/drawing/2014/main" id="{D5E99EDF-90E3-8BC6-3E4A-41383D6F705D}"/>
                </a:ext>
              </a:extLst>
            </p:cNvPr>
            <p:cNvSpPr/>
            <p:nvPr/>
          </p:nvSpPr>
          <p:spPr>
            <a:xfrm>
              <a:off x="3742954" y="533576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0" name="Oval 799">
              <a:extLst>
                <a:ext uri="{FF2B5EF4-FFF2-40B4-BE49-F238E27FC236}">
                  <a16:creationId xmlns:a16="http://schemas.microsoft.com/office/drawing/2014/main" id="{941DD08B-D7E1-4790-8621-8CF638C7DD1C}"/>
                </a:ext>
              </a:extLst>
            </p:cNvPr>
            <p:cNvSpPr/>
            <p:nvPr/>
          </p:nvSpPr>
          <p:spPr>
            <a:xfrm>
              <a:off x="3940720" y="504742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9" name="Oval 808">
              <a:extLst>
                <a:ext uri="{FF2B5EF4-FFF2-40B4-BE49-F238E27FC236}">
                  <a16:creationId xmlns:a16="http://schemas.microsoft.com/office/drawing/2014/main" id="{047917B5-B2DE-5B9F-DFA6-F3BCD0C08C92}"/>
                </a:ext>
              </a:extLst>
            </p:cNvPr>
            <p:cNvSpPr/>
            <p:nvPr/>
          </p:nvSpPr>
          <p:spPr>
            <a:xfrm>
              <a:off x="3915302" y="5191598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127C33F5-7F50-6CC8-FC54-3A9286C4E06B}"/>
                </a:ext>
              </a:extLst>
            </p:cNvPr>
            <p:cNvSpPr/>
            <p:nvPr/>
          </p:nvSpPr>
          <p:spPr>
            <a:xfrm>
              <a:off x="3813628" y="5768280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1" name="Oval 810">
              <a:extLst>
                <a:ext uri="{FF2B5EF4-FFF2-40B4-BE49-F238E27FC236}">
                  <a16:creationId xmlns:a16="http://schemas.microsoft.com/office/drawing/2014/main" id="{72243B6B-2728-3DC3-420A-15C0143A448B}"/>
                </a:ext>
              </a:extLst>
            </p:cNvPr>
            <p:cNvSpPr/>
            <p:nvPr/>
          </p:nvSpPr>
          <p:spPr>
            <a:xfrm>
              <a:off x="3570605" y="547993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2" name="Oval 811">
              <a:extLst>
                <a:ext uri="{FF2B5EF4-FFF2-40B4-BE49-F238E27FC236}">
                  <a16:creationId xmlns:a16="http://schemas.microsoft.com/office/drawing/2014/main" id="{B69A9F5B-5082-2551-655A-8577D333B289}"/>
                </a:ext>
              </a:extLst>
            </p:cNvPr>
            <p:cNvSpPr/>
            <p:nvPr/>
          </p:nvSpPr>
          <p:spPr>
            <a:xfrm>
              <a:off x="3692117" y="5624107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813" name="Oval 812">
            <a:extLst>
              <a:ext uri="{FF2B5EF4-FFF2-40B4-BE49-F238E27FC236}">
                <a16:creationId xmlns:a16="http://schemas.microsoft.com/office/drawing/2014/main" id="{D761009D-C638-1D0F-8F8A-1DAAA6A5E075}"/>
              </a:ext>
            </a:extLst>
          </p:cNvPr>
          <p:cNvSpPr/>
          <p:nvPr/>
        </p:nvSpPr>
        <p:spPr>
          <a:xfrm>
            <a:off x="3855421" y="1017835"/>
            <a:ext cx="53866" cy="54417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814" name="Group 813">
            <a:extLst>
              <a:ext uri="{FF2B5EF4-FFF2-40B4-BE49-F238E27FC236}">
                <a16:creationId xmlns:a16="http://schemas.microsoft.com/office/drawing/2014/main" id="{16CFB98E-1EEE-648A-0E3E-6D193667ABEB}"/>
              </a:ext>
            </a:extLst>
          </p:cNvPr>
          <p:cNvGrpSpPr/>
          <p:nvPr/>
        </p:nvGrpSpPr>
        <p:grpSpPr>
          <a:xfrm>
            <a:off x="6895223" y="1379511"/>
            <a:ext cx="109148" cy="367963"/>
            <a:chOff x="549564" y="687506"/>
            <a:chExt cx="200746" cy="676763"/>
          </a:xfrm>
        </p:grpSpPr>
        <p:sp>
          <p:nvSpPr>
            <p:cNvPr id="816" name="Oval 815">
              <a:extLst>
                <a:ext uri="{FF2B5EF4-FFF2-40B4-BE49-F238E27FC236}">
                  <a16:creationId xmlns:a16="http://schemas.microsoft.com/office/drawing/2014/main" id="{73F48022-9BD6-F29D-7053-946535BD8674}"/>
                </a:ext>
              </a:extLst>
            </p:cNvPr>
            <p:cNvSpPr/>
            <p:nvPr/>
          </p:nvSpPr>
          <p:spPr>
            <a:xfrm>
              <a:off x="651238" y="687506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7" name="Oval 816">
              <a:extLst>
                <a:ext uri="{FF2B5EF4-FFF2-40B4-BE49-F238E27FC236}">
                  <a16:creationId xmlns:a16="http://schemas.microsoft.com/office/drawing/2014/main" id="{6835008D-03A3-FC8F-4D4C-B3913B4A3791}"/>
                </a:ext>
              </a:extLst>
            </p:cNvPr>
            <p:cNvSpPr/>
            <p:nvPr/>
          </p:nvSpPr>
          <p:spPr>
            <a:xfrm>
              <a:off x="549564" y="1264184"/>
              <a:ext cx="99072" cy="1000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BD5D77-968B-78B9-7A88-22AB669E9B90}"/>
              </a:ext>
            </a:extLst>
          </p:cNvPr>
          <p:cNvGrpSpPr/>
          <p:nvPr/>
        </p:nvGrpSpPr>
        <p:grpSpPr>
          <a:xfrm>
            <a:off x="5012310" y="2054732"/>
            <a:ext cx="442800" cy="525600"/>
            <a:chOff x="2691609" y="3043237"/>
            <a:chExt cx="630315" cy="7715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16B8F4D-04FA-16F9-9A73-5069CBC99B80}"/>
                </a:ext>
              </a:extLst>
            </p:cNvPr>
            <p:cNvSpPr/>
            <p:nvPr/>
          </p:nvSpPr>
          <p:spPr>
            <a:xfrm>
              <a:off x="2772889" y="3158489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4" name="Oval 2283">
              <a:extLst>
                <a:ext uri="{FF2B5EF4-FFF2-40B4-BE49-F238E27FC236}">
                  <a16:creationId xmlns:a16="http://schemas.microsoft.com/office/drawing/2014/main" id="{41050292-3D18-0B8A-7283-ACEB93D68144}"/>
                </a:ext>
              </a:extLst>
            </p:cNvPr>
            <p:cNvSpPr/>
            <p:nvPr/>
          </p:nvSpPr>
          <p:spPr>
            <a:xfrm>
              <a:off x="2752569" y="3273741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88" name="Oval 2287">
              <a:extLst>
                <a:ext uri="{FF2B5EF4-FFF2-40B4-BE49-F238E27FC236}">
                  <a16:creationId xmlns:a16="http://schemas.microsoft.com/office/drawing/2014/main" id="{F40E5C58-414F-8B37-3D90-C32D324F47A8}"/>
                </a:ext>
              </a:extLst>
            </p:cNvPr>
            <p:cNvSpPr/>
            <p:nvPr/>
          </p:nvSpPr>
          <p:spPr>
            <a:xfrm>
              <a:off x="2732249" y="3388993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7" name="Oval 1856">
              <a:extLst>
                <a:ext uri="{FF2B5EF4-FFF2-40B4-BE49-F238E27FC236}">
                  <a16:creationId xmlns:a16="http://schemas.microsoft.com/office/drawing/2014/main" id="{5491AF12-4CC5-B2C9-357F-D8CC8C1C7AD6}"/>
                </a:ext>
              </a:extLst>
            </p:cNvPr>
            <p:cNvSpPr/>
            <p:nvPr/>
          </p:nvSpPr>
          <p:spPr>
            <a:xfrm>
              <a:off x="2711929" y="3504245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58" name="Oval 1857">
              <a:extLst>
                <a:ext uri="{FF2B5EF4-FFF2-40B4-BE49-F238E27FC236}">
                  <a16:creationId xmlns:a16="http://schemas.microsoft.com/office/drawing/2014/main" id="{94DA46A4-E88B-954A-167A-F44C5CA80D15}"/>
                </a:ext>
              </a:extLst>
            </p:cNvPr>
            <p:cNvSpPr/>
            <p:nvPr/>
          </p:nvSpPr>
          <p:spPr>
            <a:xfrm>
              <a:off x="2691609" y="361949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0" name="Oval 1859">
              <a:extLst>
                <a:ext uri="{FF2B5EF4-FFF2-40B4-BE49-F238E27FC236}">
                  <a16:creationId xmlns:a16="http://schemas.microsoft.com/office/drawing/2014/main" id="{A8DA1163-028D-FC8C-DDBA-BC816D87F8A3}"/>
                </a:ext>
              </a:extLst>
            </p:cNvPr>
            <p:cNvSpPr/>
            <p:nvPr/>
          </p:nvSpPr>
          <p:spPr>
            <a:xfrm>
              <a:off x="2910668" y="304323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3" name="Oval 1862">
              <a:extLst>
                <a:ext uri="{FF2B5EF4-FFF2-40B4-BE49-F238E27FC236}">
                  <a16:creationId xmlns:a16="http://schemas.microsoft.com/office/drawing/2014/main" id="{3EDDACDA-A4DD-96B2-4D64-CA822226B5F1}"/>
                </a:ext>
              </a:extLst>
            </p:cNvPr>
            <p:cNvSpPr/>
            <p:nvPr/>
          </p:nvSpPr>
          <p:spPr>
            <a:xfrm>
              <a:off x="2788748" y="3734752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6" name="Oval 1865">
              <a:extLst>
                <a:ext uri="{FF2B5EF4-FFF2-40B4-BE49-F238E27FC236}">
                  <a16:creationId xmlns:a16="http://schemas.microsoft.com/office/drawing/2014/main" id="{8912531B-EFA8-0E65-9CAE-FCCC50D0C51F}"/>
                </a:ext>
              </a:extLst>
            </p:cNvPr>
            <p:cNvSpPr/>
            <p:nvPr/>
          </p:nvSpPr>
          <p:spPr>
            <a:xfrm>
              <a:off x="3028127" y="304323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67" name="Oval 1866">
              <a:extLst>
                <a:ext uri="{FF2B5EF4-FFF2-40B4-BE49-F238E27FC236}">
                  <a16:creationId xmlns:a16="http://schemas.microsoft.com/office/drawing/2014/main" id="{7375487C-10A8-DDD6-A091-D10CD3EA487B}"/>
                </a:ext>
              </a:extLst>
            </p:cNvPr>
            <p:cNvSpPr/>
            <p:nvPr/>
          </p:nvSpPr>
          <p:spPr>
            <a:xfrm>
              <a:off x="2906207" y="3734752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0" name="Oval 1869">
              <a:extLst>
                <a:ext uri="{FF2B5EF4-FFF2-40B4-BE49-F238E27FC236}">
                  <a16:creationId xmlns:a16="http://schemas.microsoft.com/office/drawing/2014/main" id="{AE2D9801-64CD-A574-5299-F33C8A87EFB7}"/>
                </a:ext>
              </a:extLst>
            </p:cNvPr>
            <p:cNvSpPr/>
            <p:nvPr/>
          </p:nvSpPr>
          <p:spPr>
            <a:xfrm>
              <a:off x="3145586" y="304323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3" name="Oval 1872">
              <a:extLst>
                <a:ext uri="{FF2B5EF4-FFF2-40B4-BE49-F238E27FC236}">
                  <a16:creationId xmlns:a16="http://schemas.microsoft.com/office/drawing/2014/main" id="{E445E238-BAA3-717E-6D78-B093572FA851}"/>
                </a:ext>
              </a:extLst>
            </p:cNvPr>
            <p:cNvSpPr/>
            <p:nvPr/>
          </p:nvSpPr>
          <p:spPr>
            <a:xfrm>
              <a:off x="3023666" y="3734752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4" name="Oval 1873">
              <a:extLst>
                <a:ext uri="{FF2B5EF4-FFF2-40B4-BE49-F238E27FC236}">
                  <a16:creationId xmlns:a16="http://schemas.microsoft.com/office/drawing/2014/main" id="{95EB59C0-8F44-4121-5A34-10BCC3784B68}"/>
                </a:ext>
              </a:extLst>
            </p:cNvPr>
            <p:cNvSpPr/>
            <p:nvPr/>
          </p:nvSpPr>
          <p:spPr>
            <a:xfrm>
              <a:off x="3242724" y="3158489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77" name="Oval 1876">
              <a:extLst>
                <a:ext uri="{FF2B5EF4-FFF2-40B4-BE49-F238E27FC236}">
                  <a16:creationId xmlns:a16="http://schemas.microsoft.com/office/drawing/2014/main" id="{520E1AE7-56F3-9CA0-AB54-91C95260D503}"/>
                </a:ext>
              </a:extLst>
            </p:cNvPr>
            <p:cNvSpPr/>
            <p:nvPr/>
          </p:nvSpPr>
          <p:spPr>
            <a:xfrm>
              <a:off x="3161444" y="3619497"/>
              <a:ext cx="79200" cy="800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410738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</Words>
  <Application>Microsoft Office PowerPoint</Application>
  <PresentationFormat>Widescreen</PresentationFormat>
  <Paragraphs>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Jie Yam</dc:creator>
  <cp:lastModifiedBy>Jun Jie Yam</cp:lastModifiedBy>
  <cp:revision>1</cp:revision>
  <dcterms:created xsi:type="dcterms:W3CDTF">2025-09-19T03:41:37Z</dcterms:created>
  <dcterms:modified xsi:type="dcterms:W3CDTF">2026-02-24T14:06:07Z</dcterms:modified>
</cp:coreProperties>
</file>